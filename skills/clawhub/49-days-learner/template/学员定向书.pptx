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9" r:id="rId2"/>
    <p:sldId id="270" r:id="rId3"/>
    <p:sldId id="271" r:id="rId4"/>
    <p:sldId id="265" r:id="rId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宋洁然" initials="宋" lastIdx="2" clrIdx="1"/>
  <p:cmAuthor id="6" name="Administrator" initials="A" lastIdx="1" clrIdx="5"/>
  <p:cmAuthor id="7" name="266369" initials="2" lastIdx="1" clrIdx="6"/>
  <p:cmAuthor id="8" name="陆彦蓉" initials="陆" lastIdx="1" clrIdx="7"/>
  <p:cmAuthor id="9" name="WO" initials="W" lastIdx="1" clrIdx="8"/>
  <p:cmAuthor id="10" name="陈 琦" initials="琦陈" lastIdx="1" clrIdx="9"/>
  <p:cmAuthor id="11" name="lenovo" initials="l" lastIdx="1" clrIdx="10"/>
  <p:cmAuthor id="12" name="精灵的影子" initials="精" lastIdx="2" clrIdx="11"/>
  <p:cmAuthor id="13" name="0160278" initials="0" lastIdx="0" clrIdx="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44" d="100"/>
          <a:sy n="44" d="100"/>
        </p:scale>
        <p:origin x="60" y="7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图片 13" descr="图片 1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6068" y="-22015"/>
            <a:ext cx="12272435" cy="6902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07" y="1636078"/>
            <a:ext cx="11965940" cy="4500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95249" tIns="95249" rIns="95249" bIns="95249" numCol="1" spcCol="38100" rtlCol="0" anchor="ctr" forceAA="0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49天使命血肉化训练营</a:t>
            </a:r>
            <a:r>
              <a:rPr kumimoji="0" lang="zh-CN" altLang="en-US" sz="2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学员成长</a:t>
            </a:r>
            <a:r>
              <a:rPr kumimoji="0" lang="zh-CN" altLang="en-US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0-100分标准</a:t>
            </a:r>
            <a:endParaRPr kumimoji="0" lang="zh-CN" altLang="en-US" sz="1865" i="0" u="none" strike="noStrike" cap="none" spc="0" normalizeH="0" baseline="0" dirty="0">
              <a:ln>
                <a:noFill/>
              </a:ln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065" i="0" u="none" strike="noStrike" cap="none" spc="0" normalizeH="0" baseline="0" dirty="0">
              <a:ln>
                <a:noFill/>
              </a:ln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0分标准（课题合格）：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每周课题合格，顺利毕业。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1、每日课题及搭档回应能主动完成，不给</a:t>
            </a:r>
            <a:r>
              <a:rPr kumimoji="0" lang="en-US" altLang="zh-CN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49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天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专业指导员和班委添麻烦；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2、五周课题能按照基本要求主动完成，能领悟到五个课题对自己人生的启发；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3、专业指导员及班委提醒和责善时，能立刻调整；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、毕业考</a:t>
            </a:r>
            <a:r>
              <a:rPr kumimoji="0" lang="en-US" altLang="zh-CN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70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分以上，正常毕业。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dirty="0">
              <a:ln>
                <a:noFill/>
              </a:ln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20分标准（课题优秀）：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极致认真完成每周课题，融会贯通，整理出优秀的使命宣讲模版。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1、五周课题认真完成，每日不断精进，对员工幸福和客户幸福，对人生的目的和意义有深入思考；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2、找到使命的力量，领悟到如何在工作中修行；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3、有具体提升员工幸福、客户幸福的标准及行动方案，做出桃花源，并愿意为了员工和客户幸福挑战高目标；</a:t>
            </a: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4、五周课题能贯通，毕业考</a:t>
            </a:r>
            <a:r>
              <a:rPr kumimoji="0" lang="en-US" altLang="zh-CN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80</a:t>
            </a:r>
            <a:r>
              <a:rPr kumimoji="0" lang="zh-CN" altLang="en-US" sz="186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分以上，整理出优秀的使命宣讲模板。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6627" y="1943100"/>
            <a:ext cx="11321627" cy="3644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95249" tIns="95249" rIns="95249" bIns="95249" numCol="1" spcCol="38100" rtlCol="0" anchor="ctr" forceAA="0">
            <a:spAutoFit/>
          </a:bodyPr>
          <a:lstStyle/>
          <a:p>
            <a:pPr marL="0" marR="0" indent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135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50分标准（利他）：</a:t>
            </a:r>
            <a:r>
              <a:rPr lang="zh-CN" altLang="en-US" sz="213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带动小组成员认真完成课题，发愿成为</a:t>
            </a:r>
            <a:r>
              <a:rPr lang="en-US" altLang="zh-CN" sz="213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49</a:t>
            </a:r>
            <a:r>
              <a:rPr lang="zh-CN" altLang="en-US" sz="213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天专业指导员，帮助更多人生发使命。</a:t>
            </a:r>
          </a:p>
          <a:p>
            <a:pPr marL="0" marR="0" indent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1、在小组中表现优秀，成为课题的标杆；</a:t>
            </a:r>
          </a:p>
          <a:p>
            <a:pPr marL="0" marR="0" indent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2、不仅自己认真主动精进完成</a:t>
            </a: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五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周课题，还能带动小组成员一起认真完成</a:t>
            </a: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五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周课题和毕业考，带动搭档完成使命宣讲模板；</a:t>
            </a:r>
          </a:p>
          <a:p>
            <a:pPr marL="0" marR="0" indent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13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3、为了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更多企业员工幸福，主动申请成为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49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天专业指导员，发愿帮助更多企业负责人参与49天训练营。</a:t>
            </a:r>
            <a:endParaRPr kumimoji="0" lang="zh-CN" altLang="en-US" sz="2135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60" y="1619250"/>
            <a:ext cx="11343640" cy="4338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95249" tIns="95249" rIns="95249" bIns="95249" numCol="1" spcCol="38100" rtlCol="0" anchor="ctr" forceAA="0">
            <a:spAutoFit/>
          </a:bodyPr>
          <a:lstStyle/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100分标准（成人）：</a:t>
            </a: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体验到无我利他的幸福，并帮助组员、企业高管、更多企业负责人找到真使命。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1、在五周训练营过程中每天追求完美，极致认真地做好每一次课题，每周课题优秀；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2、带动本组组员在小组中成长，也可以成为本期标杆，给大家带来力量；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3、在每天认真完成课题中体验与宇宙意志相协调，无我利他的幸福；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4、在学习期间，做一次现场专业指导员，并成为下一期49天专业指导员；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5、为了企业员工幸福发愿带领企业所有部门负责人参与49天训练营，并培养核心层成为企业内部专业指导员；</a:t>
            </a: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35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6、为了更多企业员工幸福，发愿帮助更多企业负责人参与49天训练营找到真使命。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36783"/>
            <a:ext cx="10515600" cy="132579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学员定向书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97853"/>
            <a:ext cx="11095567" cy="3740573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70000"/>
              </a:lnSpc>
            </a:pPr>
            <a:r>
              <a:rPr lang="zh-CN" altLang="en-US" dirty="0">
                <a:solidFill>
                  <a:schemeClr val="tx1"/>
                </a:solidFill>
              </a:rPr>
              <a:t>1、我参加</a:t>
            </a:r>
            <a:r>
              <a:rPr lang="en-US" altLang="zh-CN" dirty="0">
                <a:solidFill>
                  <a:schemeClr val="tx1"/>
                </a:solidFill>
              </a:rPr>
              <a:t>49</a:t>
            </a:r>
            <a:r>
              <a:rPr lang="zh-CN" altLang="en-US" dirty="0">
                <a:solidFill>
                  <a:schemeClr val="tx1"/>
                </a:solidFill>
              </a:rPr>
              <a:t>天使命血肉化训练营的目的和意义是什么？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solidFill>
                  <a:schemeClr val="tx1"/>
                </a:solidFill>
              </a:rPr>
              <a:t>2、我参加训练营的目标是什么（</a:t>
            </a:r>
            <a:r>
              <a:rPr lang="en-US" altLang="zh-CN" dirty="0">
                <a:solidFill>
                  <a:schemeClr val="tx1"/>
                </a:solidFill>
              </a:rPr>
              <a:t>0-100</a:t>
            </a:r>
            <a:r>
              <a:rPr lang="zh-CN" altLang="en-US" dirty="0">
                <a:solidFill>
                  <a:schemeClr val="tx1"/>
                </a:solidFill>
              </a:rPr>
              <a:t>分要打多少分）？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solidFill>
                  <a:schemeClr val="tx1"/>
                </a:solidFill>
              </a:rPr>
              <a:t>3、我的行动方案是什么？</a:t>
            </a:r>
          </a:p>
          <a:p>
            <a:pPr>
              <a:lnSpc>
                <a:spcPct val="170000"/>
              </a:lnSpc>
            </a:pPr>
            <a:endParaRPr lang="zh-CN" altLang="en-US" sz="2135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2135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请所有学员在明天晚上</a:t>
            </a:r>
            <a:r>
              <a:rPr lang="en-US" altLang="zh-CN" sz="2135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24:00</a:t>
            </a:r>
            <a:r>
              <a:rPr lang="zh-CN" altLang="en-US" sz="2135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前提交参加</a:t>
            </a:r>
            <a:r>
              <a:rPr lang="en-US" altLang="zh-CN" sz="2135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49</a:t>
            </a:r>
            <a:r>
              <a:rPr lang="zh-CN" altLang="en-US" sz="2135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天学习的定向书，各组学委收集汇总打包发给专业指导员，并在开营一周内辅导学员定向书达标。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宽屏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学员定向书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ariel</dc:creator>
  <cp:lastModifiedBy>阳 杨</cp:lastModifiedBy>
  <cp:revision>18</cp:revision>
  <dcterms:created xsi:type="dcterms:W3CDTF">2024-03-14T10:59:00Z</dcterms:created>
  <dcterms:modified xsi:type="dcterms:W3CDTF">2026-06-05T10:36:40Z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7DDE2668239E0F177A648363CF873EEC</vt:lpwstr>
  </property>
</Properties>
</file>
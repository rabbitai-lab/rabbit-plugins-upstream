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392" r:id="rId5"/>
    <p:sldId id="326" r:id="rId6"/>
    <p:sldId id="316" r:id="rId7"/>
    <p:sldId id="362" r:id="rId8"/>
    <p:sldId id="363" r:id="rId9"/>
    <p:sldId id="364" r:id="rId10"/>
    <p:sldId id="317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49" r:id="rId19"/>
    <p:sldId id="372" r:id="rId20"/>
    <p:sldId id="374" r:id="rId21"/>
    <p:sldId id="375" r:id="rId22"/>
    <p:sldId id="376" r:id="rId23"/>
    <p:sldId id="377" r:id="rId24"/>
    <p:sldId id="378" r:id="rId25"/>
    <p:sldId id="350" r:id="rId26"/>
    <p:sldId id="379" r:id="rId27"/>
    <p:sldId id="380" r:id="rId28"/>
    <p:sldId id="390" r:id="rId29"/>
    <p:sldId id="381" r:id="rId30"/>
    <p:sldId id="382" r:id="rId31"/>
    <p:sldId id="393" r:id="rId32"/>
    <p:sldId id="394" r:id="rId33"/>
    <p:sldId id="397" r:id="rId34"/>
    <p:sldId id="398" r:id="rId35"/>
    <p:sldId id="395" r:id="rId36"/>
    <p:sldId id="396" r:id="rId37"/>
    <p:sldId id="269" r:id="rId3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杜彬彬" initials="杜" lastIdx="1" clrIdx="0"/>
  <p:cmAuthor id="2" name="刘 逸凡" initials="刘" lastIdx="1" clrIdx="1"/>
  <p:cmAuthor id="0" name="微软用户" initials="微软用户" lastIdx="1" clrIdx="0"/>
  <p:cmAuthor id="3" name="86180" initials="8" lastIdx="2" clrIdx="2"/>
  <p:cmAuthor id="4" name="81349" initials="8" lastIdx="2" clrIdx="3"/>
  <p:cmAuthor id="6" name="Administrator" initials="A" lastIdx="1" clrIdx="5"/>
  <p:cmAuthor id="7" name="266369" initials="2" lastIdx="1" clrIdx="6"/>
  <p:cmAuthor id="8" name="陆彦蓉" initials="陆" lastIdx="1" clrIdx="7"/>
  <p:cmAuthor id="5" name="未知用户3" initials="未" lastIdx="1" clrIdx="0"/>
  <p:cmAuthor id="9" name="WO" initials="W" lastIdx="1" clrIdx="8"/>
  <p:cmAuthor id="11" name="地 瓜" initials="地" lastIdx="1" clrIdx="1"/>
  <p:cmAuthor id="13" name="0160278" initials="0" lastIdx="0" clrIdx="1"/>
  <p:cmAuthor id="75" name="作者" initials="A" lastIdx="0" clrIdx="24"/>
  <p:cmAuthor id="10" name="陈 琦" initials="琦陈" lastIdx="1" clrIdx="9"/>
  <p:cmAuthor id="12" name="精灵的影子" initials="精" lastIdx="2" clrIdx="11"/>
  <p:cmAuthor id="758" name="赵博洋(L. D.)" initials="赵" lastIdx="1" clrIdx="2"/>
  <p:cmAuthor id="760" name="sizx" initials="s" lastIdx="2" clrIdx="759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14" name="Hi_ Young" initials="H" lastIdx="20" clrIdx="0"/>
  <p:cmAuthor id="771" name="39538" initials="3" lastIdx="1" clrIdx="770"/>
  <p:cmAuthor id="15" name="Mz" initials="M" lastIdx="1" clrIdx="0"/>
  <p:cmAuthor id="772" name="张正明" initials="张" lastIdx="1" clrIdx="0"/>
  <p:cmAuthor id="16" name="zhenwb" initials="z" lastIdx="1" clrIdx="17"/>
  <p:cmAuthor id="773" name="FANG SUN" initials="F" lastIdx="2" clrIdx="4"/>
  <p:cmAuthor id="17" name="潈ऎ䕨அ" initials="潈" lastIdx="1" clrIdx="0"/>
  <p:cmAuthor id="774" name="富德生命人寿" initials="富" lastIdx="1" clrIdx="0"/>
  <p:cmAuthor id="18" name="余潇迎" initials="余" lastIdx="2" clrIdx="0"/>
  <p:cmAuthor id="775" name="8613250766486" initials="8" lastIdx="2" clrIdx="729"/>
  <p:cmAuthor id="19" name="未知用户6" initials="未" lastIdx="1" clrIdx="0"/>
  <p:cmAuthor id="776" name="未知用户416" initials="未" lastIdx="1" clrIdx="0"/>
  <p:cmAuthor id="20" name="w" initials="w" lastIdx="2" clrIdx="0"/>
  <p:cmAuthor id="777" name="未知用户404" initials="未" lastIdx="15" clrIdx="0"/>
  <p:cmAuthor id="21" name="bono" initials="b" lastIdx="2" clrIdx="20"/>
  <p:cmAuthor id="778" name="未知用户408" initials="未" lastIdx="1" clrIdx="1"/>
  <p:cmAuthor id="22" name="Lin Globak" initials="LG" lastIdx="7" clrIdx="21"/>
  <p:cmAuthor id="779" name="未知用户409" initials="未" lastIdx="7" clrIdx="0"/>
  <p:cmAuthor id="23" name="WHTP" initials="W" lastIdx="1" clrIdx="20"/>
  <p:cmAuthor id="780" name="未知用户412" initials="未" lastIdx="0" clrIdx="1"/>
  <p:cmAuthor id="24" name="admin" initials="a" lastIdx="1" clrIdx="19"/>
  <p:cmAuthor id="781" name="未知用户413" initials="未" lastIdx="1" clrIdx="0"/>
  <p:cmAuthor id="25" name="asus" initials="a" lastIdx="1" clrIdx="24"/>
  <p:cmAuthor id="782" name="未知用户414" initials="未" lastIdx="1" clrIdx="0"/>
  <p:cmAuthor id="26" name="xiong" initials="x" lastIdx="1" clrIdx="0"/>
  <p:cmAuthor id="783" name="未知用户415" initials="未" lastIdx="1" clrIdx="0"/>
  <p:cmAuthor id="27" name="陈 橙橙" initials="陈" lastIdx="1" clrIdx="21"/>
  <p:cmAuthor id="784" name="未知用户215" initials="未" lastIdx="0" clrIdx="0"/>
  <p:cmAuthor id="28" name="PPTer_Tang" initials="P" lastIdx="1" clrIdx="0"/>
  <p:cmAuthor id="785" name="未知用户217" initials="未" lastIdx="0" clrIdx="0"/>
  <p:cmAuthor id="29" name="benbenonroad zhao" initials="b" lastIdx="2" clrIdx="0"/>
  <p:cmAuthor id="786" name="未知用户261" initials="未" lastIdx="0" clrIdx="0"/>
  <p:cmAuthor id="30" name="李增增" initials="李" lastIdx="1" clrIdx="2"/>
  <p:cmAuthor id="787" name="未知用户371" initials="未" lastIdx="1" clrIdx="0"/>
  <p:cmAuthor id="31" name="video" initials="v" lastIdx="1" clrIdx="0"/>
  <p:cmAuthor id="788" name="未知用户370" initials="未" lastIdx="1" clrIdx="0"/>
  <p:cmAuthor id="32" name="未知用户12" initials="未" lastIdx="1" clrIdx="0"/>
  <p:cmAuthor id="789" name="未知用户347" initials="未" lastIdx="10" clrIdx="0"/>
  <p:cmAuthor id="33" name="郭禹希" initials="郭" lastIdx="3" clrIdx="0"/>
  <p:cmAuthor id="790" name="未知用户348" initials="未" lastIdx="1" clrIdx="0"/>
  <p:cmAuthor id="34" name="吴岩" initials="吴" lastIdx="1" clrIdx="0"/>
  <p:cmAuthor id="791" name="未知用户286" initials="未" lastIdx="1" clrIdx="0"/>
  <p:cmAuthor id="35" name="catlaohu" initials="c" lastIdx="2" clrIdx="0"/>
  <p:cmAuthor id="792" name="未知用户373" initials="未" lastIdx="2" clrIdx="0"/>
  <p:cmAuthor id="36" name="未知用户8" initials="未" lastIdx="2" clrIdx="0"/>
  <p:cmAuthor id="793" name="未知用户350" initials="未" lastIdx="1" clrIdx="0"/>
  <p:cmAuthor id="37" name="Picc" initials="P" lastIdx="1" clrIdx="0"/>
  <p:cmAuthor id="794" name="未知用户218" initials="未" lastIdx="0" clrIdx="0"/>
  <p:cmAuthor id="38" name="admini" initials="a" lastIdx="2" clrIdx="0"/>
  <p:cmAuthor id="795" name="未知用户351" initials="未" lastIdx="1" clrIdx="0"/>
  <p:cmAuthor id="39" name="grace" initials="g" lastIdx="1" clrIdx="1"/>
  <p:cmAuthor id="796" name="未知用户352" initials="未" lastIdx="1" clrIdx="1"/>
  <p:cmAuthor id="40" name="yiwei zhu" initials="y" lastIdx="14" clrIdx="0"/>
  <p:cmAuthor id="797" name="未知用户353" initials="未" lastIdx="7" clrIdx="0"/>
  <p:cmAuthor id="41" name="hy-tkyl" initials="h" lastIdx="2" clrIdx="0"/>
  <p:cmAuthor id="798" name="未知用户354" initials="未" lastIdx="3" clrIdx="0"/>
  <p:cmAuthor id="42" name="黄元" initials="黄" lastIdx="1" clrIdx="1"/>
  <p:cmAuthor id="799" name="未知用户355" initials="未" lastIdx="1" clrIdx="0"/>
  <p:cmAuthor id="43" name="未知用户37" initials="未知用户37" lastIdx="0" clrIdx="0"/>
  <p:cmAuthor id="800" name="未知用户356" initials="未" lastIdx="0" clrIdx="0"/>
  <p:cmAuthor id="44" name="胡君" initials="胡" lastIdx="20" clrIdx="0"/>
  <p:cmAuthor id="801" name="未知用户378" initials="未" lastIdx="1" clrIdx="0"/>
  <p:cmAuthor id="45" name="tkuser" initials="t" lastIdx="1" clrIdx="0"/>
  <p:cmAuthor id="802" name="未知用户357" initials="未" lastIdx="9" clrIdx="0"/>
  <p:cmAuthor id="46" name="Sandra" initials="S" lastIdx="0" clrIdx="0"/>
  <p:cmAuthor id="803" name="未知用户362" initials="未" lastIdx="1" clrIdx="0"/>
  <p:cmAuthor id="47" name="未知用户23" initials="未" lastIdx="1" clrIdx="0"/>
  <p:cmAuthor id="804" name="未知用户363" initials="未" lastIdx="0" clrIdx="0"/>
  <p:cmAuthor id="48" name="冰箱" initials="冰" lastIdx="1" clrIdx="0"/>
  <p:cmAuthor id="805" name="未知用户374" initials="未" lastIdx="1" clrIdx="0"/>
  <p:cmAuthor id="49" name="陈蕾" initials="陈" lastIdx="7" clrIdx="1"/>
  <p:cmAuthor id="806" name="未知用户375" initials="未" lastIdx="1" clrIdx="0"/>
  <p:cmAuthor id="50" name="袁正海" initials="袁" lastIdx="2" clrIdx="0"/>
  <p:cmAuthor id="807" name="未知用户369" initials="未" lastIdx="2" clrIdx="0"/>
  <p:cmAuthor id="51" name="刘莹" initials="刘" lastIdx="1" clrIdx="2"/>
  <p:cmAuthor id="808" name="未知用户376" initials="未" lastIdx="22" clrIdx="0"/>
  <p:cmAuthor id="52" name="tplife" initials="t" lastIdx="2" clrIdx="0"/>
  <p:cmAuthor id="809" name="未知用户377" initials="未" lastIdx="1" clrIdx="0"/>
  <p:cmAuthor id="53" name="仝德志" initials="仝" lastIdx="1" clrIdx="0"/>
  <p:cmAuthor id="810" name="未知用户372" initials="未" lastIdx="1" clrIdx="1"/>
  <p:cmAuthor id="54" name="实习生_严政宇" initials="实" lastIdx="2" clrIdx="1"/>
  <p:cmAuthor id="55" name="stillu" initials="s" lastIdx="1" clrIdx="0"/>
  <p:cmAuthor id="812" name="a1270005862@outlook.com" initials="a" lastIdx="1" clrIdx="177"/>
  <p:cmAuthor id="56" name="吴晓梅" initials="吴" lastIdx="12" clrIdx="1"/>
  <p:cmAuthor id="813" name="泰康自贡本部" initials="泰" lastIdx="1" clrIdx="812"/>
  <p:cmAuthor id="57" name="liquanxi" initials="l" lastIdx="0" clrIdx="0"/>
  <p:cmAuthor id="814" name="未知用户466" initials="未" lastIdx="3" clrIdx="0"/>
  <p:cmAuthor id="58" name="CommUser" initials="C" lastIdx="4" clrIdx="0"/>
  <p:cmAuthor id="815" name="未知用户460" initials="未" lastIdx="1" clrIdx="0"/>
  <p:cmAuthor id="59" name="庞宝国" initials="庞" lastIdx="2" clrIdx="0"/>
  <p:cmAuthor id="816" name="未知用户454" initials="未" lastIdx="2" clrIdx="0"/>
  <p:cmAuthor id="60" name="未知用户38" initials="未知用户38" lastIdx="1" clrIdx="0"/>
  <p:cmAuthor id="817" name="未知用户461" initials="未" lastIdx="0" clrIdx="0"/>
  <p:cmAuthor id="61" name="未知用户39" initials="未知用户39" lastIdx="1" clrIdx="0"/>
  <p:cmAuthor id="818" name="未知用户455" initials="未" lastIdx="1" clrIdx="0"/>
  <p:cmAuthor id="62" name="未知用户40" initials="未知用户40" lastIdx="3" clrIdx="0"/>
  <p:cmAuthor id="819" name="未知用户462" initials="未" lastIdx="10" clrIdx="0"/>
  <p:cmAuthor id="63" name="未知用户41" initials="未知用户41" lastIdx="1" clrIdx="0"/>
  <p:cmAuthor id="820" name="未知用户465" initials="未" lastIdx="1" clrIdx="5"/>
  <p:cmAuthor id="64" name="未知用户42" initials="未知用户42" lastIdx="1" clrIdx="15"/>
  <p:cmAuthor id="821" name="未知用户457" initials="未" lastIdx="1" clrIdx="0"/>
  <p:cmAuthor id="65" name="未知用户24" initials="未" lastIdx="1" clrIdx="0"/>
  <p:cmAuthor id="822" name="未知用户450" initials="未" lastIdx="0" clrIdx="0"/>
  <p:cmAuthor id="66" name="Microsoft" initials="M" lastIdx="1" clrIdx="0"/>
  <p:cmAuthor id="823" name="未知用户463" initials="未" lastIdx="1" clrIdx="18"/>
  <p:cmAuthor id="67" name="未知用户14" initials="未" lastIdx="4" clrIdx="2"/>
  <p:cmAuthor id="824" name="未知用户467" initials="未" lastIdx="0" clrIdx="0"/>
  <p:cmAuthor id="68" name="Microsoft Office 用户" initials="M" lastIdx="0" clrIdx="0"/>
  <p:cmAuthor id="825" name="未知用户468" initials="未" lastIdx="1" clrIdx="0"/>
  <p:cmAuthor id="69" name="未知用户35" initials="未" lastIdx="17" clrIdx="1"/>
  <p:cmAuthor id="826" name="未知用户469" initials="未" lastIdx="1" clrIdx="0"/>
  <p:cmAuthor id="70" name="朱粒" initials="朱" lastIdx="1" clrIdx="2"/>
  <p:cmAuthor id="827" name="未知用户458" initials="未" lastIdx="2" clrIdx="0"/>
  <p:cmAuthor id="71" name="Sky123.Org" initials="S" lastIdx="1" clrIdx="0"/>
  <p:cmAuthor id="828" name="未知用户470" initials="未" lastIdx="1" clrIdx="0"/>
  <p:cmAuthor id="72" name="zhouyiming" initials="z" lastIdx="15" clrIdx="0"/>
  <p:cmAuthor id="829" name="未知用户471" initials="未" lastIdx="1" clrIdx="0"/>
  <p:cmAuthor id="73" name="User_2" initials="U" lastIdx="3" clrIdx="1"/>
  <p:cmAuthor id="830" name="未知用户472" initials="未" lastIdx="1" clrIdx="0"/>
  <p:cmAuthor id="74" name="刘承刚" initials="刘" lastIdx="2" clrIdx="3"/>
  <p:cmAuthor id="831" name="未知用户473" initials="未" lastIdx="4" clrIdx="0"/>
  <p:cmAuthor id="832" name="未知用户235" initials="未" lastIdx="0" clrIdx="1"/>
  <p:cmAuthor id="76" name="志龙 姜" initials="志" lastIdx="3" clrIdx="0"/>
  <p:cmAuthor id="833" name="未知用户453" initials="未" lastIdx="1" clrIdx="0"/>
  <p:cmAuthor id="77" name="幺以谦" initials="幺" lastIdx="2" clrIdx="1"/>
  <p:cmAuthor id="834" name="未知用户474" initials="未" lastIdx="0" clrIdx="0"/>
  <p:cmAuthor id="78" name="Huangx" initials="H" lastIdx="1" clrIdx="22"/>
  <p:cmAuthor id="835" name="未知用户475" initials="未" lastIdx="0" clrIdx="0"/>
  <p:cmAuthor id="79" name="dingyuemei" initials="d" lastIdx="1" clrIdx="21"/>
  <p:cmAuthor id="836" name="未知用户476" initials="未" lastIdx="1" clrIdx="0"/>
  <p:cmAuthor id="80" name="邓鹏君" initials="邓" lastIdx="1" clrIdx="0"/>
  <p:cmAuthor id="837" name="未知用户459" initials="未" lastIdx="1" clrIdx="1"/>
  <p:cmAuthor id="81" name="Franca, Ryan {MDAO~Basel}" initials="F" lastIdx="6" clrIdx="6"/>
  <p:cmAuthor id="838" name="未知用户489" initials="未" lastIdx="1" clrIdx="0"/>
  <p:cmAuthor id="82" name="李 斌" initials="李" lastIdx="3" clrIdx="0"/>
  <p:cmAuthor id="839" name="未知用户488" initials="未" lastIdx="10" clrIdx="0"/>
  <p:cmAuthor id="840" name="未知用户490" initials="未" lastIdx="1" clrIdx="0"/>
  <p:cmAuthor id="84" name="中星 叶" initials="中星" lastIdx="1" clrIdx="22"/>
  <p:cmAuthor id="841" name="未知用户477" initials="未" lastIdx="2" clrIdx="0"/>
  <p:cmAuthor id="85" name="董晔" initials="董" lastIdx="9" clrIdx="0"/>
  <p:cmAuthor id="842" name="未知用户478" initials="未" lastIdx="1" clrIdx="0"/>
  <p:cmAuthor id="86" name="曾 兴" initials="曾" lastIdx="1" clrIdx="22"/>
  <p:cmAuthor id="843" name="未知用户479" initials="未" lastIdx="0" clrIdx="8"/>
  <p:cmAuthor id="87" name="徐 宁" initials="徐" lastIdx="1" clrIdx="0"/>
  <p:cmAuthor id="844" name="未知用户480" initials="未" lastIdx="1" clrIdx="0"/>
  <p:cmAuthor id="88" name="QBOSSCHEN" initials="Q" lastIdx="1" clrIdx="0"/>
  <p:cmAuthor id="845" name="未知用户481" initials="未" lastIdx="10" clrIdx="0"/>
  <p:cmAuthor id="89" name="zql" initials="z" lastIdx="1" clrIdx="83"/>
  <p:cmAuthor id="846" name="未知用户482" initials="未" lastIdx="1" clrIdx="0"/>
  <p:cmAuthor id="90" name="ozg106" initials="o" lastIdx="1" clrIdx="92"/>
  <p:cmAuthor id="847" name="未知用户483" initials="未" lastIdx="1" clrIdx="0"/>
  <p:cmAuthor id="91" name="pangyt" initials="p" lastIdx="1" clrIdx="0"/>
  <p:cmAuthor id="848" name="未知用户484" initials="未" lastIdx="1" clrIdx="0"/>
  <p:cmAuthor id="92" name="栾羽" initials="栾" lastIdx="1" clrIdx="91"/>
  <p:cmAuthor id="849" name="未知用户485" initials="未" lastIdx="1" clrIdx="0"/>
  <p:cmAuthor id="93" name="Ray" initials="R" lastIdx="0" clrIdx="0"/>
  <p:cmAuthor id="850" name="未知用户486" initials="未" lastIdx="0" clrIdx="0"/>
  <p:cmAuthor id="94" name="田海兰" initials="S" lastIdx="13" clrIdx="24"/>
  <p:cmAuthor id="851" name="未知用户452" initials="未" lastIdx="2" clrIdx="0"/>
  <p:cmAuthor id="95" name="pc" initials="p" lastIdx="1" clrIdx="1"/>
  <p:cmAuthor id="852" name="未知用户456" initials="未" lastIdx="1" clrIdx="0"/>
  <p:cmAuthor id="96" name="史璐瑶" initials="史" lastIdx="1" clrIdx="23"/>
  <p:cmAuthor id="853" name="未知用户464" initials="未" lastIdx="0" clrIdx="0"/>
  <p:cmAuthor id="97" name="sunxp002" initials="s" lastIdx="7" clrIdx="13"/>
  <p:cmAuthor id="854" name="未知用户487" initials="未" lastIdx="0" clrIdx="0"/>
  <p:cmAuthor id="98" name="Calvin G" initials="C" lastIdx="1" clrIdx="0"/>
  <p:cmAuthor id="855" name="Am'be'r" initials="A" lastIdx="2" clrIdx="0"/>
  <p:cmAuthor id="99" name="肖婧" initials="肖" lastIdx="7" clrIdx="0"/>
  <p:cmAuthor id="100" name="MC SYSTEM" initials="M" lastIdx="2" clrIdx="0"/>
  <p:cmAuthor id="857" name="李静" initials="李" lastIdx="1" clrIdx="29"/>
  <p:cmAuthor id="101" name="spring_ren" initials="s" lastIdx="2" clrIdx="1"/>
  <p:cmAuthor id="858" name="liuxy85" initials="liuxy85" lastIdx="1" clrIdx="857"/>
  <p:cmAuthor id="102" name="viola_yang" initials="v" lastIdx="2" clrIdx="2"/>
  <p:cmAuthor id="103" name="user" initials="u" lastIdx="1" clrIdx="0"/>
  <p:cmAuthor id="860" name="22010" initials="2" lastIdx="1" clrIdx="859"/>
  <p:cmAuthor id="104" name="李璐---寿险总公司营销管理部" initials="李" lastIdx="0" clrIdx="0"/>
  <p:cmAuthor id="861" name="seki" initials="s" lastIdx="1" clrIdx="0"/>
  <p:cmAuthor id="105" name="xuqing" initials="x" lastIdx="4" clrIdx="0"/>
  <p:cmAuthor id="106" name="王顶" initials="王" lastIdx="1" clrIdx="0"/>
  <p:cmAuthor id="863" name="daliang xu" initials="d" lastIdx="1" clrIdx="0"/>
  <p:cmAuthor id="107" name="minty minty" initials="m" lastIdx="1" clrIdx="0"/>
  <p:cmAuthor id="864" name="刘凯欣" initials="刘" lastIdx="2" clrIdx="0"/>
  <p:cmAuthor id="108" name="松 李" initials="松" lastIdx="1" clrIdx="4"/>
  <p:cmAuthor id="865" name="3930" initials="3" lastIdx="1" clrIdx="24"/>
  <p:cmAuthor id="109" name="CHEN LONG" initials="C" lastIdx="1" clrIdx="21"/>
  <p:cmAuthor id="866" name="Chinalife_Cz" initials="C" lastIdx="1" clrIdx="0"/>
  <p:cmAuthor id="110" name="彬 罗" initials="彬" lastIdx="1" clrIdx="1"/>
  <p:cmAuthor id="111" name="PC" initials="P" lastIdx="1" clrIdx="0"/>
  <p:cmAuthor id="868" name="李昀东" initials="李" lastIdx="1" clrIdx="0"/>
  <p:cmAuthor id="112" name="罗彬" initials="罗" lastIdx="1" clrIdx="0"/>
  <p:cmAuthor id="869" name="未知用户52" initials="未" lastIdx="10" clrIdx="0"/>
  <p:cmAuthor id="113" name="刘盛潮" initials="刘" lastIdx="8" clrIdx="0"/>
  <p:cmAuthor id="870" name="理者" initials="理" lastIdx="2" clrIdx="0"/>
  <p:cmAuthor id="114" name="1 mac" initials="1" lastIdx="1" clrIdx="0"/>
  <p:cmAuthor id="871" name="闪电杰尼" initials="闪" lastIdx="1" clrIdx="870"/>
  <p:cmAuthor id="115" name="宋昆" initials="宋" lastIdx="0" clrIdx="0"/>
  <p:cmAuthor id="872" name="翔宇" initials="翔" lastIdx="1" clrIdx="19"/>
  <p:cmAuthor id="116" name="Jinyi" initials="J" lastIdx="42" clrIdx="2"/>
  <p:cmAuthor id="873" name="t-1i-caiwu" initials="t" lastIdx="2" clrIdx="0"/>
  <p:cmAuthor id="117" name="江涛 李" initials="江" lastIdx="2" clrIdx="0"/>
  <p:cmAuthor id="874" name="zhaoyue46" initials="z" lastIdx="6" clrIdx="0"/>
  <p:cmAuthor id="118" name="杨国" initials="杨" lastIdx="3" clrIdx="0"/>
  <p:cmAuthor id="875" name="449030419@qq.com" initials="4" lastIdx="1" clrIdx="0"/>
  <p:cmAuthor id="119" name="Microsoft 帐户" initials="M" lastIdx="1" clrIdx="0"/>
  <p:cmAuthor id="876" name="未知用户111" initials="未" lastIdx="2" clrIdx="0"/>
  <p:cmAuthor id="120" name="杨姗" initials="杨" lastIdx="3" clrIdx="1"/>
  <p:cmAuthor id="877" name="未知用户112" initials="未" lastIdx="1" clrIdx="0"/>
  <p:cmAuthor id="121" name="lin lin" initials="l" lastIdx="1" clrIdx="0"/>
  <p:cmAuthor id="878" name="未知用户113" initials="未" lastIdx="1" clrIdx="0"/>
  <p:cmAuthor id="122" name="丹 王" initials="丹" lastIdx="1" clrIdx="0"/>
  <p:cmAuthor id="123" name="番茄花园" initials="番" lastIdx="4" clrIdx="0"/>
  <p:cmAuthor id="124" name="caoyq0624" initials="c" lastIdx="2" clrIdx="0"/>
  <p:cmAuthor id="125" name="方朝军/产品推动室/产品开发推广部/总公司" initials="方" lastIdx="2" clrIdx="0"/>
  <p:cmAuthor id="882" name="Eileen Yi" initials="E" lastIdx="35" clrIdx="8"/>
  <p:cmAuthor id="883" name="dellwin" initials="d" lastIdx="5" clrIdx="0"/>
  <p:cmAuthor id="127" name="王怀璋" initials="王" lastIdx="1" clrIdx="0"/>
  <p:cmAuthor id="884" name="未知用户410" initials="未" lastIdx="1" clrIdx="0"/>
  <p:cmAuthor id="128" name="W Nic" initials="W" lastIdx="1" clrIdx="0"/>
  <p:cmAuthor id="129" name="Q Q" initials="Q" lastIdx="1" clrIdx="3"/>
  <p:cmAuthor id="130" name="柳 先涛" initials="柳" lastIdx="8" clrIdx="0"/>
  <p:cmAuthor id="887" name="wangqi01-lhe" initials="w" lastIdx="3" clrIdx="23"/>
  <p:cmAuthor id="131" name="王 宣" initials="王" lastIdx="1" clrIdx="2"/>
  <p:cmAuthor id="888" name="ae2000" initials="a" lastIdx="1" clrIdx="0"/>
  <p:cmAuthor id="132" name="DELL" initials="D" lastIdx="1" clrIdx="21"/>
  <p:cmAuthor id="889" name="黄梅" initials="黄" lastIdx="1" clrIdx="1"/>
  <p:cmAuthor id="133" name="Elfie" initials="E" lastIdx="1" clrIdx="0"/>
  <p:cmAuthor id="890" name="赵生杰" initials="赵" lastIdx="1" clrIdx="0"/>
  <p:cmAuthor id="134" name="Tracy Chen" initials="T" lastIdx="1" clrIdx="0"/>
  <p:cmAuthor id="891" name="yuxue" initials="y" lastIdx="1" clrIdx="3"/>
  <p:cmAuthor id="135" name="张逸晨" initials="张" lastIdx="1" clrIdx="0"/>
  <p:cmAuthor id="892" name="Abel" initials="A" lastIdx="1" clrIdx="0"/>
  <p:cmAuthor id="136" name="HaoshuaiWu" initials="H" lastIdx="1" clrIdx="0"/>
  <p:cmAuthor id="893" name="xq" initials="x" lastIdx="2" clrIdx="11"/>
  <p:cmAuthor id="137" name="dreamsummit" initials="d" lastIdx="1" clrIdx="0"/>
  <p:cmAuthor id="138" name="张 博" initials="张" lastIdx="1" clrIdx="0"/>
  <p:cmAuthor id="139" name="ASUS" initials="A" lastIdx="4" clrIdx="0"/>
  <p:cmAuthor id="896" name="hasee" initials="h" lastIdx="1" clrIdx="0"/>
  <p:cmAuthor id="140" name="雨林木风" initials="雨" lastIdx="14" clrIdx="1"/>
  <p:cmAuthor id="897" name="贝贝ai猪" initials="贝" lastIdx="1" clrIdx="119"/>
  <p:cmAuthor id="141" name="雷庭" initials="雷" lastIdx="8" clrIdx="0"/>
  <p:cmAuthor id="142" name="Yvonne Lin" initials="Y" lastIdx="35" clrIdx="3"/>
  <p:cmAuthor id="143" name="未知用户18" initials="未" lastIdx="1" clrIdx="0"/>
  <p:cmAuthor id="900" name="sdzz-syy" initials="s" lastIdx="1" clrIdx="0"/>
  <p:cmAuthor id="144" name="Meredith Kalish" initials="M" lastIdx="19" clrIdx="10"/>
  <p:cmAuthor id="901" name="谢俊/技术总监室/软件开发中心/总行机关/ABC" initials="谢" lastIdx="141" clrIdx="2"/>
  <p:cmAuthor id="145" name="Xzjd" initials="X" lastIdx="2" clrIdx="0"/>
  <p:cmAuthor id="902" name="CN=谢俊/OU=技术总监室/OU=软件开发中心/OU=总行机关/O=ABC" initials="C" lastIdx="3" clrIdx="3"/>
  <p:cmAuthor id="146" name="蒙阴收展部" initials="蒙" lastIdx="1" clrIdx="145"/>
  <p:cmAuthor id="903" name="wpp" initials="w" lastIdx="0" clrIdx="0"/>
  <p:cmAuthor id="147" name="njlife" initials="n" lastIdx="2" clrIdx="0"/>
  <p:cmAuthor id="904" name="nieyp" initials="n" lastIdx="2" clrIdx="0"/>
  <p:cmAuthor id="148" name="未知用户19" initials="未" lastIdx="3" clrIdx="0"/>
  <p:cmAuthor id="905" name="AbuSina" initials="A" lastIdx="2" clrIdx="0"/>
  <p:cmAuthor id="149" name="未知用户99" initials="未" lastIdx="0" clrIdx="0"/>
  <p:cmAuthor id="906" name="zhengwen" initials="z" lastIdx="1" clrIdx="0"/>
  <p:cmAuthor id="150" name="未知用户20" initials="未" lastIdx="11" clrIdx="0"/>
  <p:cmAuthor id="151" name="未知用户21" initials="未" lastIdx="7" clrIdx="0"/>
  <p:cmAuthor id="908" name="wangsc" initials="w" lastIdx="1" clrIdx="34"/>
  <p:cmAuthor id="152" name="未知用户22" initials="未" lastIdx="0" clrIdx="0"/>
  <p:cmAuthor id="909" name="tk-taiyuan" initials="t" lastIdx="1" clrIdx="741"/>
  <p:cmAuthor id="910" name="chenzheng4" initials="c" lastIdx="1" clrIdx="22"/>
  <p:cmAuthor id="154" name="未知用户27" initials="未" lastIdx="7" clrIdx="0"/>
  <p:cmAuthor id="155" name="未知用户28" initials="未" lastIdx="1" clrIdx="0"/>
  <p:cmAuthor id="912" name="yang" initials="y" lastIdx="1" clrIdx="144"/>
  <p:cmAuthor id="156" name="未知用户26" initials="未" lastIdx="1" clrIdx="3"/>
  <p:cmAuthor id="913" name="T K" initials="T" lastIdx="2" clrIdx="96"/>
  <p:cmAuthor id="157" name="未知用户15" initials="未" lastIdx="1" clrIdx="4"/>
  <p:cmAuthor id="914" name="Saku Uchikawa" initials="S" lastIdx="11" clrIdx="0"/>
  <p:cmAuthor id="158" name="未知用户9" initials="未" lastIdx="1" clrIdx="15"/>
  <p:cmAuthor id="915" name="刘彩琴" initials="刘" lastIdx="1" clrIdx="0"/>
  <p:cmAuthor id="159" name="未知用户16" initials="未" lastIdx="1" clrIdx="17"/>
  <p:cmAuthor id="160" name="未知用户10" initials="未" lastIdx="1" clrIdx="20"/>
  <p:cmAuthor id="917" name="z cl" initials="z" lastIdx="8" clrIdx="0"/>
  <p:cmAuthor id="161" name="未知用户17" initials="未" lastIdx="1" clrIdx="21"/>
  <p:cmAuthor id="918" name="liuys40" initials="l" lastIdx="1" clrIdx="3"/>
  <p:cmAuthor id="162" name="岳文甲" initials="岳" lastIdx="1" clrIdx="1"/>
  <p:cmAuthor id="919" name="刘 帅" initials="刘" lastIdx="1" clrIdx="0"/>
  <p:cmAuthor id="163" name="91huhang" initials="9" lastIdx="1" clrIdx="0"/>
  <p:cmAuthor id="920" name="martin" initials="m" lastIdx="0" clrIdx="2"/>
  <p:cmAuthor id="164" name="林 声洋" initials="林" lastIdx="1" clrIdx="0"/>
  <p:cmAuthor id="921" name="qin yu" initials="q" lastIdx="2" clrIdx="4"/>
  <p:cmAuthor id="165" name="Ms" initials="M" lastIdx="1" clrIdx="0"/>
  <p:cmAuthor id="922" name="张 双全" initials="张" lastIdx="1" clrIdx="137"/>
  <p:cmAuthor id="166" name="刘思蜀" initials="刘" lastIdx="1" clrIdx="0"/>
  <p:cmAuthor id="167" name="ProMedican" initials="P" lastIdx="2" clrIdx="1"/>
  <p:cmAuthor id="924" name="李建阳（内蒙古英才管培生）" initials="李" lastIdx="2" clrIdx="0"/>
  <p:cmAuthor id="168" name="侯清英" initials="侯" lastIdx="1" clrIdx="0"/>
  <p:cmAuthor id="925" name="马靖松" initials="马" lastIdx="1" clrIdx="0"/>
  <p:cmAuthor id="169" name="齐登宝" initials="齐" lastIdx="1" clrIdx="1"/>
  <p:cmAuthor id="926" name="pingchangxin@outlook.com LI" initials="p" lastIdx="5" clrIdx="0"/>
  <p:cmAuthor id="170" name="王 震环" initials="王" lastIdx="6" clrIdx="23"/>
  <p:cmAuthor id="927" name="张晓燕(内蒙古巴彦淖尔)" initials="张" lastIdx="1" clrIdx="0"/>
  <p:cmAuthor id="171" name="韦燕妮" initials="韦" lastIdx="1" clrIdx="0"/>
  <p:cmAuthor id="928" name="王凯" initials="王" lastIdx="1" clrIdx="0"/>
  <p:cmAuthor id="172" name="zhuqy3" initials="z" lastIdx="1" clrIdx="0"/>
  <p:cmAuthor id="929" name="沈琪-pbj" initials="沈" lastIdx="1" clrIdx="0"/>
  <p:cmAuthor id="173" name="Windows User" initials="W" lastIdx="1" clrIdx="0"/>
  <p:cmAuthor id="174" name="f n" initials="fn" lastIdx="1" clrIdx="35"/>
  <p:cmAuthor id="175" name="cuizijin01" initials="c" lastIdx="6" clrIdx="2"/>
  <p:cmAuthor id="932" name="LUO CHENG" initials="L" lastIdx="1" clrIdx="0"/>
  <p:cmAuthor id="176" name="梁潇-lhq" initials="梁" lastIdx="1" clrIdx="0"/>
  <p:cmAuthor id="933" name="scx" initials="s" lastIdx="1" clrIdx="0"/>
  <p:cmAuthor id="177" name="孙青川" initials="孙" lastIdx="2" clrIdx="1"/>
  <p:cmAuthor id="934" name="shenyanning-001" initials="s" lastIdx="8" clrIdx="0"/>
  <p:cmAuthor id="178" name="李 昊" initials="李" lastIdx="1" clrIdx="0"/>
  <p:cmAuthor id="935" name="lipengfei01111@outlook.com" initials="l" lastIdx="1" clrIdx="0"/>
  <p:cmAuthor id="179" name="未知用户85" initials="未" lastIdx="1" clrIdx="0"/>
  <p:cmAuthor id="180" name="未知用户86" initials="未" lastIdx="1" clrIdx="0"/>
  <p:cmAuthor id="937" name="Evander Wan" initials="E" lastIdx="7" clrIdx="1"/>
  <p:cmAuthor id="181" name="jiansheng li" initials="j" lastIdx="0" clrIdx="0"/>
  <p:cmAuthor id="182" name="b1487" initials="b" lastIdx="1" clrIdx="0"/>
  <p:cmAuthor id="939" name="Simon Camp" initials="S" lastIdx="1" clrIdx="0"/>
  <p:cmAuthor id="183" name="谭开元/国寿协同部/总行信用卡中心/广发银行" initials="谭" lastIdx="2" clrIdx="0"/>
  <p:cmAuthor id="940" name="郭佳宏" initials="郭" lastIdx="1" clrIdx="0"/>
  <p:cmAuthor id="184" name="张林林" initials="张" lastIdx="1" clrIdx="0"/>
  <p:cmAuthor id="941" name="王书珍" initials="王" lastIdx="1" clrIdx="1"/>
  <p:cmAuthor id="185" name="lixiaosong" initials="l" lastIdx="0" clrIdx="2"/>
  <p:cmAuthor id="942" name="何兴胜" initials="何" lastIdx="3" clrIdx="0"/>
  <p:cmAuthor id="186" name="谢 小小" initials="谢" lastIdx="1" clrIdx="0"/>
  <p:cmAuthor id="943" name="bing" initials="b" lastIdx="2" clrIdx="0"/>
  <p:cmAuthor id="187" name="lenovo0" initials="l" lastIdx="1" clrIdx="0"/>
  <p:cmAuthor id="944" name="hh" initials="h" lastIdx="1" clrIdx="0"/>
  <p:cmAuthor id="188" name="沛斯 钟" initials="沛" lastIdx="1" clrIdx="2"/>
  <p:cmAuthor id="945" name="273839920@qq.com" initials="2" lastIdx="1" clrIdx="0"/>
  <p:cmAuthor id="189" name="马妍" initials="马" lastIdx="1" clrIdx="0"/>
  <p:cmAuthor id="190" name="JIDI" initials="J" lastIdx="0" clrIdx="0"/>
  <p:cmAuthor id="191" name="deeplm" initials="d" lastIdx="1" clrIdx="0"/>
  <p:cmAuthor id="948" name="Hope0187" initials="H" lastIdx="1" clrIdx="6"/>
  <p:cmAuthor id="192" name="Zhou Xuanjun" initials="Z" lastIdx="1" clrIdx="0"/>
  <p:cmAuthor id="949" name="靖千 罗" initials="靖" lastIdx="1" clrIdx="82"/>
  <p:cmAuthor id="193" name="林梓健" initials="林" lastIdx="1" clrIdx="1"/>
  <p:cmAuthor id="950" name="舒迪" initials="舒" lastIdx="2" clrIdx="0"/>
  <p:cmAuthor id="194" name="chen wenhao" initials="c" lastIdx="0" clrIdx="1"/>
  <p:cmAuthor id="195" name="yanqiqi-lgd" initials="y" lastIdx="2" clrIdx="5"/>
  <p:cmAuthor id="196" name="M7100z-win7" initials="M" lastIdx="1" clrIdx="6"/>
  <p:cmAuthor id="953" name="8613607323127" initials="8" lastIdx="1" clrIdx="196"/>
  <p:cmAuthor id="197" name="temp" initials="t" lastIdx="2" clrIdx="0"/>
  <p:cmAuthor id="198" name="Kingsoft" initials="K" lastIdx="2" clrIdx="0"/>
  <p:cmAuthor id="199" name="马纪梅" initials="马" lastIdx="2" clrIdx="0"/>
  <p:cmAuthor id="956" name="hanwen luo" initials="h" lastIdx="1" clrIdx="33"/>
  <p:cmAuthor id="200" name="asuse" initials="a" lastIdx="1" clrIdx="0"/>
  <p:cmAuthor id="957" name="Cpic" initials="C" lastIdx="0" clrIdx="0"/>
  <p:cmAuthor id="201" name="聂潇丽" initials="聂" lastIdx="1" clrIdx="0"/>
  <p:cmAuthor id="202" name="卫天一" initials="卫" lastIdx="1" clrIdx="0"/>
  <p:cmAuthor id="959" name="小田" initials="小" lastIdx="1" clrIdx="0"/>
  <p:cmAuthor id="203" name="杨涛-lah" initials="杨" lastIdx="1" clrIdx="0"/>
  <p:cmAuthor id="960" name="刘 念" initials="刘" lastIdx="2" clrIdx="35"/>
  <p:cmAuthor id="961" name="Wangzhi gang" initials="W" lastIdx="1" clrIdx="0"/>
  <p:cmAuthor id="205" name="李娟" initials="李" lastIdx="7" clrIdx="0"/>
  <p:cmAuthor id="962" name="庄伟铭zwm136200" initials="庄" lastIdx="1" clrIdx="1"/>
  <p:cmAuthor id="206" name="hp" initials="h" lastIdx="1" clrIdx="0"/>
  <p:cmAuthor id="963" name="张 凯" initials="张" lastIdx="1" clrIdx="34"/>
  <p:cmAuthor id="207" name="wangll132" initials="w" lastIdx="1" clrIdx="206"/>
  <p:cmAuthor id="964" name="喰?" initials="喰" lastIdx="20" clrIdx="0"/>
  <p:cmAuthor id="965" name="CNTP" initials="C" lastIdx="2" clrIdx="118"/>
  <p:cmAuthor id="209" name="ZhangYu" initials="Z" lastIdx="1" clrIdx="0"/>
  <p:cmAuthor id="966" name="李柯然" initials="李" lastIdx="1" clrIdx="0"/>
  <p:cmAuthor id="210" name="13306497415@163.com" initials="1" lastIdx="3" clrIdx="23"/>
  <p:cmAuthor id="967" name="LENOVO" initials="L" lastIdx="1" clrIdx="0"/>
  <p:cmAuthor id="211" name="刘云飞" initials="刘" lastIdx="1" clrIdx="6"/>
  <p:cmAuthor id="968" name="li hw" initials="l" lastIdx="1" clrIdx="36"/>
  <p:cmAuthor id="212" name="袁缘" initials="袁" lastIdx="0" clrIdx="0"/>
  <p:cmAuthor id="969" name="王玉" initials="王" lastIdx="1" clrIdx="0"/>
  <p:cmAuthor id="213" name="Dell" initials="D" lastIdx="0" clrIdx="0"/>
  <p:cmAuthor id="970" name="Ming Zuo" initials="M" lastIdx="1" clrIdx="0"/>
  <p:cmAuthor id="214" name="崔冶鸣（内蒙古英才管培生）" initials="崔" lastIdx="1" clrIdx="0"/>
  <p:cmAuthor id="971" name="FR" initials="F" lastIdx="1" clrIdx="93"/>
  <p:cmAuthor id="215" name="万户网络" initials="万" lastIdx="1" clrIdx="0"/>
  <p:cmAuthor id="972" name="Office User" initials="O" lastIdx="1" clrIdx="94"/>
  <p:cmAuthor id="216" name="zh" initials="z" lastIdx="1" clrIdx="215"/>
  <p:cmAuthor id="973" name="张星-lgd" initials="张" lastIdx="5" clrIdx="0"/>
  <p:cmAuthor id="217" name="柯 少鹏" initials="柯" lastIdx="1" clrIdx="0"/>
  <p:cmAuthor id="218" name="星辰" initials="星" lastIdx="1" clrIdx="217"/>
  <p:cmAuthor id="219" name="Wanwei Liang" initials="W" lastIdx="1" clrIdx="0"/>
  <p:cmAuthor id="976" name="LS" initials="L" lastIdx="1" clrIdx="0"/>
  <p:cmAuthor id="220" name="韩冰" initials="韩" lastIdx="4" clrIdx="0"/>
  <p:cmAuthor id="221" name="localadmin" initials="l" lastIdx="1" clrIdx="0"/>
  <p:cmAuthor id="978" name="Morgan, Aaron" initials="M" lastIdx="3" clrIdx="1"/>
  <p:cmAuthor id="222" name="gw" initials="g" lastIdx="1" clrIdx="221"/>
  <p:cmAuthor id="979" name="weige" initials="w" lastIdx="2" clrIdx="0"/>
  <p:cmAuthor id="223" name="核保" initials="核" lastIdx="2" clrIdx="0"/>
  <p:cmAuthor id="224" name="未知用户46" initials="未" lastIdx="1" clrIdx="2"/>
  <p:cmAuthor id="981" name="李 俊琦" initials="李" lastIdx="1" clrIdx="0"/>
  <p:cmAuthor id="225" name="YZB" initials="Y" lastIdx="1" clrIdx="15"/>
  <p:cmAuthor id="982" name="沈 鹤" initials="沈" lastIdx="1" clrIdx="5"/>
  <p:cmAuthor id="226" name="未知用户32" initials="未" lastIdx="1" clrIdx="0"/>
  <p:cmAuthor id="983" name="jilin" initials="j" lastIdx="20" clrIdx="0"/>
  <p:cmAuthor id="227" name="未知用户25" initials="未" lastIdx="8" clrIdx="0"/>
  <p:cmAuthor id="984" name="王保青-pah" initials="王" lastIdx="0" clrIdx="0"/>
  <p:cmAuthor id="228" name="未知用户48" initials="未" lastIdx="20" clrIdx="0"/>
  <p:cmAuthor id="985" name="Luo Mingjie" initials="L" lastIdx="0" clrIdx="0"/>
  <p:cmAuthor id="229" name="个险部" initials="个" lastIdx="1" clrIdx="228"/>
  <p:cmAuthor id="986" name="Jason Li" initials="J" lastIdx="1" clrIdx="2"/>
  <p:cmAuthor id="230" name="Lenovo" initials="L" lastIdx="1" clrIdx="21"/>
  <p:cmAuthor id="987" name="duxingge" initials="d" lastIdx="2" clrIdx="4"/>
  <p:cmAuthor id="989" name="yingchao xi" initials="y" lastIdx="7" clrIdx="0"/>
  <p:cmAuthor id="233" name="Judith" initials="J" lastIdx="1" clrIdx="0"/>
  <p:cmAuthor id="990" name="depeng diao" initials="d" lastIdx="0" clrIdx="0"/>
  <p:cmAuthor id="234" name="未知用户44" initials="未" lastIdx="1" clrIdx="0"/>
  <p:cmAuthor id="991" name="amyzhang" initials="a" lastIdx="1" clrIdx="0"/>
  <p:cmAuthor id="235" name="xt256.com" initials="x" lastIdx="1" clrIdx="0"/>
  <p:cmAuthor id="992" name="JerryW" initials="J" lastIdx="1" clrIdx="0"/>
  <p:cmAuthor id="236" name="sun frank" initials="s" lastIdx="1" clrIdx="0"/>
  <p:cmAuthor id="993" name="shenyy" initials="s" lastIdx="1" clrIdx="7"/>
  <p:cmAuthor id="237" name="China" initials="C" lastIdx="1" clrIdx="0"/>
  <p:cmAuthor id="994" name="Jason Cheung" initials="J" lastIdx="0" clrIdx="0"/>
  <p:cmAuthor id="995" name="刘笑" initials="刘" lastIdx="1" clrIdx="0"/>
  <p:cmAuthor id="239" name="李昕玫" initials="李" lastIdx="1" clrIdx="0"/>
  <p:cmAuthor id="240" name="2819264246@qq.com" initials="2" lastIdx="1" clrIdx="22"/>
  <p:cmAuthor id="997" name="Maggie" initials="M" lastIdx="1" clrIdx="0"/>
  <p:cmAuthor id="241" name="未知用户" initials="未" lastIdx="1" clrIdx="0"/>
  <p:cmAuthor id="242" name="程玉珍" initials="程" lastIdx="2" clrIdx="143"/>
  <p:cmAuthor id="243" name="Poseidon" initials="P" lastIdx="1" clrIdx="0"/>
  <p:cmAuthor id="244" name="未知用户106" initials="未" lastIdx="2" clrIdx="0"/>
  <p:cmAuthor id="245" name="Bonan Qi" initials="B" lastIdx="43" clrIdx="0"/>
  <p:cmAuthor id="246" name="鱼 飞" initials="鱼" lastIdx="2" clrIdx="0"/>
  <p:cmAuthor id="247" name="tianan" initials="t" lastIdx="1" clrIdx="5"/>
  <p:cmAuthor id="248" name="ydx2003new@163.com" initials="y" lastIdx="1" clrIdx="0"/>
  <p:cmAuthor id="249" name="821375975@qq.com" initials="8" lastIdx="1" clrIdx="23"/>
  <p:cmAuthor id="250" name="未知用户61" initials="未" lastIdx="1" clrIdx="0"/>
  <p:cmAuthor id="251" name="未知用户62" initials="未" lastIdx="1" clrIdx="0"/>
  <p:cmAuthor id="252" name="刘思" initials="刘" lastIdx="13" clrIdx="0"/>
  <p:cmAuthor id="254" name="周涛" initials="周" lastIdx="1" clrIdx="0"/>
  <p:cmAuthor id="255" name="赵杰" initials="赵" lastIdx="2" clrIdx="0"/>
  <p:cmAuthor id="256" name="未知用户36" initials="未" lastIdx="1" clrIdx="19"/>
  <p:cmAuthor id="257" name="张洲萌" initials="张" lastIdx="1" clrIdx="23"/>
  <p:cmAuthor id="258" name="Temp" initials="T" lastIdx="0" clrIdx="0"/>
  <p:cmAuthor id="259" name="翟宏帅" initials="翟" lastIdx="1" clrIdx="0"/>
  <p:cmAuthor id="260" name="朱雪松" initials="朱" lastIdx="2" clrIdx="2"/>
  <p:cmAuthor id="262" name="zhang ju" initials="z" lastIdx="1" clrIdx="0"/>
  <p:cmAuthor id="263" name="xuhaoyu" initials="x" lastIdx="1" clrIdx="1"/>
  <p:cmAuthor id="264" name="严之" initials="严" lastIdx="3" clrIdx="0"/>
  <p:cmAuthor id="266" name="志国 刘" initials="志" lastIdx="1" clrIdx="0"/>
  <p:cmAuthor id="267" name="Author" initials="A" lastIdx="0" clrIdx="2"/>
  <p:cmAuthor id="268" name="中国人寿曲阜公司个险部" initials="中" lastIdx="1" clrIdx="17"/>
  <p:cmAuthor id="269" name="JXGXB" initials="J" lastIdx="1" clrIdx="142"/>
  <p:cmAuthor id="270" name="陈林" initials="陈" lastIdx="1" clrIdx="0"/>
  <p:cmAuthor id="271" name="刘淼" initials="刘" lastIdx="4" clrIdx="6"/>
  <p:cmAuthor id="272" name="张梦莞" initials="张" lastIdx="1" clrIdx="27"/>
  <p:cmAuthor id="273" name="可臣 王" initials="可" lastIdx="2" clrIdx="0"/>
  <p:cmAuthor id="274" name="qqqqq" initials="q" lastIdx="2" clrIdx="0"/>
  <p:cmAuthor id="275" name="1716266060@qq.com" initials="1" lastIdx="1" clrIdx="0"/>
  <p:cmAuthor id="276" name="程学春 cxc" initials="程" lastIdx="1" clrIdx="0"/>
  <p:cmAuthor id="277" name="ROSIEANNA" initials="R" lastIdx="1" clrIdx="35"/>
  <p:cmAuthor id="278" name="chen" initials="c" lastIdx="1" clrIdx="0"/>
  <p:cmAuthor id="279" name="bb_1" initials="b" lastIdx="2" clrIdx="0"/>
  <p:cmAuthor id="280" name="86139" initials="8" lastIdx="1" clrIdx="0"/>
  <p:cmAuthor id="281" name="朴鹏-lhq" initials="朴" lastIdx="0" clrIdx="18"/>
  <p:cmAuthor id="282" name="吕 阔" initials="吕" lastIdx="1" clrIdx="22"/>
  <p:cmAuthor id="283" name="刘岸亮" initials="刘" lastIdx="1" clrIdx="0"/>
  <p:cmAuthor id="284" name="宋春华" initials="宋" lastIdx="12" clrIdx="1"/>
  <p:cmAuthor id="285" name="lixun" initials="l" lastIdx="0" clrIdx="16"/>
  <p:cmAuthor id="286" name="Isabella" initials="I" lastIdx="4" clrIdx="4"/>
  <p:cmAuthor id="287" name="KK Yoda" initials="K" lastIdx="1" clrIdx="10"/>
  <p:cmAuthor id="289" name="未知用户148" initials="未" lastIdx="1" clrIdx="0"/>
  <p:cmAuthor id="290" name="未知用户163" initials="未" lastIdx="1" clrIdx="0"/>
  <p:cmAuthor id="1316121247" name="林桦桦" initials="林" lastIdx="18242" clrIdx="0"/>
  <p:cmAuthor id="291" name="未知用户151" initials="未" lastIdx="0" clrIdx="1"/>
  <p:cmAuthor id="292" name="未知用户152" initials="未" lastIdx="3" clrIdx="0"/>
  <p:cmAuthor id="293" name="未知用户164" initials="未" lastIdx="0" clrIdx="1"/>
  <p:cmAuthor id="294" name="未知用户153" initials="未" lastIdx="2" clrIdx="0"/>
  <p:cmAuthor id="295" name="未知用户154" initials="未" lastIdx="1" clrIdx="0"/>
  <p:cmAuthor id="296" name="未知用户155" initials="未" lastIdx="2" clrIdx="0"/>
  <p:cmAuthor id="297" name="未知用户156" initials="未" lastIdx="15" clrIdx="0"/>
  <p:cmAuthor id="298" name="未知用户157" initials="未" lastIdx="1" clrIdx="0"/>
  <p:cmAuthor id="299" name="未知用户158" initials="未" lastIdx="7" clrIdx="0"/>
  <p:cmAuthor id="300" name="未知用户159" initials="未" lastIdx="1" clrIdx="0"/>
  <p:cmAuthor id="301" name="未知用户160" initials="未" lastIdx="1" clrIdx="0"/>
  <p:cmAuthor id="302" name="未知用户161" initials="未" lastIdx="1" clrIdx="0"/>
  <p:cmAuthor id="303" name="未知用户162" initials="未" lastIdx="2" clrIdx="0"/>
  <p:cmAuthor id="304" name="未知用户149" initials="未" lastIdx="0" clrIdx="0"/>
  <p:cmAuthor id="305" name="未知用户146" initials="未" lastIdx="1" clrIdx="21"/>
  <p:cmAuthor id="306" name="未知用户147" initials="未" lastIdx="1" clrIdx="0"/>
  <p:cmAuthor id="307" name="zhao wei" initials="z" lastIdx="1" clrIdx="4"/>
  <p:cmAuthor id="308" name="tkyan" initials="t" lastIdx="1" clrIdx="16"/>
  <p:cmAuthor id="310" name="刘仕俭" initials="刘" lastIdx="1" clrIdx="0"/>
  <p:cmAuthor id="311" name="Changing Zhuang" initials="C" lastIdx="1" clrIdx="1"/>
  <p:cmAuthor id="312" name="未知用户177" initials="未" lastIdx="7" clrIdx="0"/>
  <p:cmAuthor id="313" name="未知用户178" initials="未" lastIdx="7" clrIdx="0"/>
  <p:cmAuthor id="314" name="未知用户179" initials="未" lastIdx="1" clrIdx="0"/>
  <p:cmAuthor id="315" name="未知用户180" initials="未" lastIdx="0" clrIdx="0"/>
  <p:cmAuthor id="316" name="未知用户181" initials="未" lastIdx="0" clrIdx="1"/>
  <p:cmAuthor id="317" name="未知用户182" initials="未" lastIdx="1" clrIdx="0"/>
  <p:cmAuthor id="318" name="未知用户183" initials="未" lastIdx="1" clrIdx="0"/>
  <p:cmAuthor id="319" name="未知用户184" initials="未" lastIdx="2" clrIdx="0"/>
  <p:cmAuthor id="320" name="未知用户187" initials="未" lastIdx="0" clrIdx="0"/>
  <p:cmAuthor id="321" name="未知用户185" initials="未" lastIdx="1" clrIdx="21"/>
  <p:cmAuthor id="322" name="未知用户186" initials="未" lastIdx="1" clrIdx="0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张妍" initials="张" lastIdx="5" clrIdx="0"/>
  <p:cmAuthor id="330" name="未知用户108" initials="未" lastIdx="1" clrIdx="0"/>
  <p:cmAuthor id="331" name="未知用户72" initials="未" lastIdx="2" clrIdx="0"/>
  <p:cmAuthor id="332" name="未知用户73" initials="未" lastIdx="1" clrIdx="0"/>
  <p:cmAuthor id="333" name="未知用户74" initials="未" lastIdx="0" clrIdx="0"/>
  <p:cmAuthor id="334" name="未知用户110" initials="未" lastIdx="14" clrIdx="0"/>
  <p:cmAuthor id="335" name="未知用户77" initials="未" lastIdx="2" clrIdx="0"/>
  <p:cmAuthor id="336" name="未知用户65" initials="未" lastIdx="1" clrIdx="0"/>
  <p:cmAuthor id="338" name="百里 长青" initials="百" lastIdx="1" clrIdx="0"/>
  <p:cmAuthor id="339" name="Bart Baranowski (HI)" initials="B" lastIdx="16" clrIdx="7"/>
  <p:cmAuthor id="340" name="zhaoby01" initials="z" lastIdx="2" clrIdx="6"/>
  <p:cmAuthor id="341" name="Lydia" initials="L" lastIdx="1" clrIdx="0"/>
  <p:cmAuthor id="342" name="Andrew Moss (HI)" initials="A" lastIdx="10" clrIdx="10"/>
  <p:cmAuthor id="343" name="David Morgan (HI)" initials="D" lastIdx="17" clrIdx="11"/>
  <p:cmAuthor id="344" name="dingenshi" initials="d" lastIdx="1" clrIdx="0"/>
  <p:cmAuthor id="345" name="cpic" initials="c" lastIdx="0" clrIdx="0"/>
  <p:cmAuthor id="346" name="谷雨" initials="谷" lastIdx="1" clrIdx="0"/>
  <p:cmAuthor id="347" name="taowei" initials="t" lastIdx="1" clrIdx="0"/>
  <p:cmAuthor id="348" name="齐涛" initials="齐" lastIdx="1" clrIdx="0"/>
  <p:cmAuthor id="349" name="Dizzy" initials="D" lastIdx="3" clrIdx="0"/>
  <p:cmAuthor id="350" name="ZZC" initials="Z" lastIdx="1" clrIdx="1"/>
  <p:cmAuthor id="351" name="李晨曦" initials="李" lastIdx="14" clrIdx="0"/>
  <p:cmAuthor id="353" name="yaoxiaojun" initials="y" lastIdx="1" clrIdx="0"/>
  <p:cmAuthor id="356" name="Vagun Vagun" initials="V" lastIdx="1" clrIdx="0"/>
  <p:cmAuthor id="357" name="刘风香" initials="刘" lastIdx="5" clrIdx="20"/>
  <p:cmAuthor id="361" name="程诗媛" initials="程" lastIdx="4" clrIdx="1"/>
  <p:cmAuthor id="363" name="Daniel Clyde (HI)" initials="D" lastIdx="24" clrIdx="0"/>
  <p:cmAuthor id="367" name="Machackova, Zuzana {MDAO~Basel}" initials="M" lastIdx="37" clrIdx="5"/>
  <p:cmAuthor id="370" name="杜 洋" initials="杜" lastIdx="5" clrIdx="5"/>
  <p:cmAuthor id="376" name="hpguan" initials="h" lastIdx="27" clrIdx="0"/>
  <p:cmAuthor id="377" name="甘源" initials="甘" lastIdx="4" clrIdx="0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401" name="未知用户84" initials="未" lastIdx="1" clrIdx="0"/>
  <p:cmAuthor id="402" name="think" initials="t" lastIdx="1" clrIdx="0"/>
  <p:cmAuthor id="405" name="未知用户88" initials="未" lastIdx="1" clrIdx="0"/>
  <p:cmAuthor id="407" name="未知用户90" initials="未" lastIdx="1" clrIdx="0"/>
  <p:cmAuthor id="409" name="未知用户93" initials="未" lastIdx="1" clrIdx="0"/>
  <p:cmAuthor id="410" name="未知用户94" initials="未" lastIdx="0" clrIdx="0"/>
  <p:cmAuthor id="411" name="未知用户95" initials="未" lastIdx="1" clrIdx="0"/>
  <p:cmAuthor id="412" name="未知用户96" initials="未" lastIdx="0" clrIdx="1"/>
  <p:cmAuthor id="413" name="过 去" initials="过" lastIdx="1" clrIdx="0"/>
  <p:cmAuthor id="414" name="ChinaUser" initials="C" lastIdx="1" clrIdx="0"/>
  <p:cmAuthor id="415" name="miaott" initials="m" lastIdx="0" clrIdx="195"/>
  <p:cmAuthor id="418" name="倚海听风" initials="倚" lastIdx="1" clrIdx="21"/>
  <p:cmAuthor id="419" name="未知用户75" initials="未" lastIdx="0" clrIdx="0"/>
  <p:cmAuthor id="420" name="未知用户76" initials="未" lastIdx="1" clrIdx="0"/>
  <p:cmAuthor id="421" name="Gallivan, John-Paul {MDAO~Basel}" initials="G" lastIdx="4" clrIdx="4"/>
  <p:cmAuthor id="422" name="sivaram" initials="s" lastIdx="1" clrIdx="0"/>
  <p:cmAuthor id="423" name="总公司培训部" initials="总" lastIdx="3" clrIdx="9"/>
  <p:cmAuthor id="424" name="Petersen, Jenny {MDBD~South San Francisco}" initials="P" lastIdx="4" clrIdx="7"/>
  <p:cmAuthor id="428" name="USER" initials="U" lastIdx="0" clrIdx="0"/>
  <p:cmAuthor id="431" name="Fitzpatrick, Nicole {MGAO~Basel}" initials="F" lastIdx="16" clrIdx="1"/>
  <p:cmAuthor id="432" name="Kate Rijnen" initials="K" lastIdx="11" clrIdx="2"/>
  <p:cmAuthor id="433" name="Mark McGregor (HI)" initials="M" lastIdx="33" clrIdx="3"/>
  <p:cmAuthor id="437" name="Helen Keyworth (HI)" initials="H" lastIdx="77" clrIdx="8"/>
  <p:cmAuthor id="438" name="Louise Adamson (HI)" initials="L" lastIdx="173" clrIdx="9"/>
  <p:cmAuthor id="441" name="Kate Sillitoe (HI)" initials="K" lastIdx="4" clrIdx="12"/>
  <p:cmAuthor id="442" name="孟轩君" initials="孟" lastIdx="2" clrIdx="0"/>
  <p:cmAuthor id="455" name="1qchengnan" initials="1" lastIdx="1" clrIdx="454"/>
  <p:cmAuthor id="456" name="tkadmin" initials="t" lastIdx="1" clrIdx="455"/>
  <p:cmAuthor id="459" name="李红钢" initials="李" lastIdx="1" clrIdx="458"/>
  <p:cmAuthor id="460" name="McGlasson, Louise" initials="M" lastIdx="6" clrIdx="0"/>
  <p:cmAuthor id="461" name="linkplus" initials="l" lastIdx="1" clrIdx="0"/>
  <p:cmAuthor id="462" name="刘国强" initials="刘" lastIdx="1" clrIdx="0"/>
  <p:cmAuthor id="463" name="孙璐璐" initials="孙" lastIdx="1" clrIdx="0"/>
  <p:cmAuthor id="465" name="橙子" initials="橙" lastIdx="2" clrIdx="1"/>
  <p:cmAuthor id="466" name="未知用户118" initials="未" lastIdx="1" clrIdx="0"/>
  <p:cmAuthor id="468" name="范丽萍" initials="范" lastIdx="1" clrIdx="467"/>
  <p:cmAuthor id="469" name="tianjuan555555@outlook.com" initials="t" lastIdx="1" clrIdx="139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2000" name="张静_QZZvv2Aj" initials="authorId_625078060" lastIdx="1658295" clrIdx="95"/>
  <p:cmAuthor id="486" name="未知用户134" initials="未" lastIdx="1" clrIdx="0"/>
  <p:cmAuthor id="2001" name="张婧玉" initials="张婧玉" lastIdx="1" clrIdx="96"/>
  <p:cmAuthor id="487" name="未知用户135" initials="未" lastIdx="0" clrIdx="0"/>
  <p:cmAuthor id="2002" name="钱 伟强" initials="钱" lastIdx="2" clrIdx="2"/>
  <p:cmAuthor id="488" name="未知用户136" initials="未" lastIdx="1" clrIdx="0"/>
  <p:cmAuthor id="489" name="未知用户137" initials="未" lastIdx="0" clrIdx="0"/>
  <p:cmAuthor id="491" name="ThinkPad" initials="T" lastIdx="1" clrIdx="155"/>
  <p:cmAuthor id="492" name="吴杰" initials="吴" lastIdx="1" clrIdx="0"/>
  <p:cmAuthor id="493" name="未知用户138" initials="未" lastIdx="7" clrIdx="0"/>
  <p:cmAuthor id="494" name="xikai gao" initials="x" lastIdx="1" clrIdx="37"/>
  <p:cmAuthor id="495" name="zhaozhihua-lhn" initials="z" lastIdx="1" clrIdx="0"/>
  <p:cmAuthor id="496" name="未知用户141" initials="未" lastIdx="0" clrIdx="0"/>
  <p:cmAuthor id="497" name="未知用户142" initials="未" lastIdx="0" clrIdx="1"/>
  <p:cmAuthor id="498" name="未知用户228" initials="未" lastIdx="2" clrIdx="0"/>
  <p:cmAuthor id="500" name="未知用户143" initials="未" lastIdx="1" clrIdx="0"/>
  <p:cmAuthor id="502" name="未知用户144" initials="未" lastIdx="1" clrIdx="0"/>
  <p:cmAuthor id="503" name="未知用户145" initials="未" lastIdx="2" clrIdx="0"/>
  <p:cmAuthor id="504" name="未知用户194" initials="未" lastIdx="11" clrIdx="0"/>
  <p:cmAuthor id="505" name="Sky.Wang" initials="" lastIdx="10" clrIdx="0"/>
  <p:cmAuthor id="506" name="李旭兰" initials="" lastIdx="1" clrIdx="0"/>
  <p:cmAuthor id="507" name="未知用户114" initials="未" lastIdx="1" clrIdx="0"/>
  <p:cmAuthor id="508" name="未知用户115" initials="未" lastIdx="0" clrIdx="1"/>
  <p:cmAuthor id="509" name="未知用户116" initials="未" lastIdx="1" clrIdx="0"/>
  <p:cmAuthor id="510" name="未知用户117" initials="未" lastIdx="0" clrIdx="0"/>
  <p:cmAuthor id="511" name="未知用户139" initials="未" lastIdx="0" clrIdx="0"/>
  <p:cmAuthor id="512" name="加 林" initials="加" lastIdx="1" clrIdx="0"/>
  <p:cmAuthor id="513" name="王 金谦" initials="王" lastIdx="2" clrIdx="21"/>
  <p:cmAuthor id="515" name="王 婧" initials="王" lastIdx="1" clrIdx="19"/>
  <p:cmAuthor id="516" name="未知用户197" initials="未" lastIdx="0" clrIdx="1"/>
  <p:cmAuthor id="517" name="王 一鸣" initials="王" lastIdx="1" clrIdx="0"/>
  <p:cmAuthor id="518" name="未知用户50" initials="未" lastIdx="1" clrIdx="0"/>
  <p:cmAuthor id="519" name="龚平-lcq" initials="龚" lastIdx="3" clrIdx="0"/>
  <p:cmAuthor id="520" name="Well Li" initials="W" lastIdx="1" clrIdx="0"/>
  <p:cmAuthor id="521" name="任俊宣" initials="任" lastIdx="1" clrIdx="6"/>
  <p:cmAuthor id="522" name="未知用户188" initials="未" lastIdx="1" clrIdx="0"/>
  <p:cmAuthor id="523" name="未知用户189" initials="未" lastIdx="1" clrIdx="0"/>
  <p:cmAuthor id="524" name="未知用户165" initials="未" lastIdx="1" clrIdx="0"/>
  <p:cmAuthor id="525" name="未知用户166" initials="未" lastIdx="1" clrIdx="0"/>
  <p:cmAuthor id="526" name="未知用户167" initials="未" lastIdx="1" clrIdx="0"/>
  <p:cmAuthor id="527" name="未知用户168" initials="未" lastIdx="0" clrIdx="8"/>
  <p:cmAuthor id="528" name="未知用户169" initials="未" lastIdx="1" clrIdx="0"/>
  <p:cmAuthor id="529" name="未知用户170" initials="未" lastIdx="10" clrIdx="0"/>
  <p:cmAuthor id="530" name="未知用户171" initials="未" lastIdx="1" clrIdx="0"/>
  <p:cmAuthor id="531" name="未知用户172" initials="未" lastIdx="2" clrIdx="0"/>
  <p:cmAuthor id="532" name="未知用户173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用户15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543" name="未知用户214" initials="未" lastIdx="1" clrIdx="0"/>
  <p:cmAuthor id="544" name="未知用户216" initials="未" lastIdx="1" clrIdx="0"/>
  <p:cmAuthor id="545" name="未知用户202" initials="未" lastIdx="2" clrIdx="0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68" initials="未" lastIdx="1" clrIdx="0"/>
  <p:cmAuthor id="557" name="?定义" initials="?" lastIdx="2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1" name="sxp" initials="s" lastIdx="1" clrIdx="2"/>
  <p:cmAuthor id="562" name="未知用户320" initials="未" lastIdx="3" clrIdx="0"/>
  <p:cmAuthor id="563" name="allan" initials="a" lastIdx="1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728" name="不灰心骑士" initials="不" lastIdx="1" clrIdx="0"/>
  <p:cmAuthor id="729" name="zcy" initials="z" lastIdx="1" clrIdx="728"/>
  <p:cmAuthor id="49837067" name="刘浩" initials="刘" lastIdx="180431" clrIdx="0"/>
  <p:cmAuthor id="730" name="zhang li" initials="z" lastIdx="1" clrIdx="138"/>
  <p:cmAuthor id="49837068" name="Vivian Liu" initials="VL" lastIdx="1" clrIdx="1"/>
  <p:cmAuthor id="731" name="崔艳鹏" initials="崔" lastIdx="1" clrIdx="730"/>
  <p:cmAuthor id="49837069" name="罗梁" initials="罗梁" lastIdx="1" clrIdx="36"/>
  <p:cmAuthor id="732" name="You Zhou" initials="Y" lastIdx="1" clrIdx="95"/>
  <p:cmAuthor id="49837070" name="樊 现静" initials="樊" lastIdx="1" clrIdx="144"/>
  <p:cmAuthor id="733" name="张 美红" initials="张" lastIdx="1" clrIdx="120"/>
  <p:cmAuthor id="49837071" name="孙 澍" initials="孙" lastIdx="1" clrIdx="207"/>
  <p:cmAuthor id="734" name="cs" initials="c" lastIdx="1" clrIdx="733"/>
  <p:cmAuthor id="49837072" name="jiapeng wong" initials="jw" lastIdx="1" clrIdx="207"/>
  <p:cmAuthor id="735" name="wfbs" initials="w" lastIdx="1" clrIdx="734"/>
  <p:cmAuthor id="49837073" name="sk" initials="s" lastIdx="1" clrIdx="735"/>
  <p:cmAuthor id="736" name="zhouyangfan" initials="z" lastIdx="0" clrIdx="0"/>
  <p:cmAuthor id="49837074" name="余森" initials="余森" lastIdx="1" clrIdx="449"/>
  <p:cmAuthor id="49837075" name="孙 鹏" initials="孙" lastIdx="1" clrIdx="746"/>
  <p:cmAuthor id="738" name="郄 琰" initials="郄" lastIdx="1" clrIdx="0"/>
  <p:cmAuthor id="49837076" name="肖琼" initials="肖琼" lastIdx="1" clrIdx="453"/>
  <p:cmAuthor id="741" name="huangxm31" initials="h" lastIdx="1" clrIdx="740"/>
  <p:cmAuthor id="742" name="liyang258" initials="l" lastIdx="1" clrIdx="730"/>
  <p:cmAuthor id="743" name="部室管理员/软件开发中心/总行机关/ABC" initials="部" lastIdx="1" clrIdx="5"/>
  <p:cmAuthor id="744" name="廖爽亚" initials="廖" lastIdx="4" clrIdx="2"/>
  <p:cmAuthor id="745" name="zilong.li" initials="z" lastIdx="4" clrIdx="0"/>
  <p:cmAuthor id="746" name="James Conard" initials="J" lastIdx="3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5" name="未知用户418" initials="未" lastIdx="1" clrIdx="0"/>
  <p:cmAuthor id="756" name="未知用户271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FF"/>
    <a:srgbClr val="0432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03" d="100"/>
          <a:sy n="103" d="100"/>
        </p:scale>
        <p:origin x="77" y="259"/>
      </p:cViewPr>
      <p:guideLst>
        <p:guide orient="horz" pos="163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47C757F0-AA23-46BE-9311-EA432CDEEAA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董事长</a:t>
          </a:r>
          <a:r>
            <a:rPr lang="en-US" altLang="zh-CN" sz="1200">
              <a:latin typeface="微软雅黑" charset="0"/>
              <a:ea typeface="微软雅黑" charset="0"/>
              <a:cs typeface="微软雅黑" charset="0"/>
            </a:rPr>
            <a:t>/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总经理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公司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人数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/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</dgm:t>
    </dgm:pt>
    <dgm:pt modelId="{AB39B06D-FE6C-48B2-B5B4-77CD0C8CF7AD}" cxnId="{9E61907A-03D0-4E32-8FEE-74352F710F91}" type="parTrans">
      <dgm:prSet/>
      <dgm:spPr/>
      <dgm:t>
        <a:bodyPr/>
        <a:p>
          <a:endParaRPr lang="zh-CN" altLang="en-US"/>
        </a:p>
      </dgm:t>
    </dgm:pt>
    <dgm:pt modelId="{DF0D1C21-B79E-4875-B7FA-EF183CB48B88}" cxnId="{9E61907A-03D0-4E32-8FEE-74352F710F91}" type="sibTrans">
      <dgm:prSet/>
      <dgm:spPr/>
      <dgm:t>
        <a:bodyPr/>
        <a:p>
          <a:endParaRPr lang="zh-CN" altLang="en-US"/>
        </a:p>
      </dgm:t>
    </dgm:pt>
    <dgm:pt modelId="{B29BF47F-FB6F-4BB3-8B1F-25C507DDACF5}" type="asst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副总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4294CB15-5EAF-442A-BADC-24588A60ECFF}" cxnId="{01121F72-3130-4D19-AA16-DCC3BB124AB6}" type="parTrans">
      <dgm:prSet/>
      <dgm:spPr/>
      <dgm:t>
        <a:bodyPr/>
        <a:p>
          <a:endParaRPr lang="zh-CN" altLang="en-US"/>
        </a:p>
      </dgm:t>
    </dgm:pt>
    <dgm:pt modelId="{4FBEC948-3FA9-4375-B83A-B44348E5F34D}" cxnId="{01121F72-3130-4D19-AA16-DCC3BB124AB6}" type="sibTrans">
      <dgm:prSet/>
      <dgm:spPr/>
      <dgm:t>
        <a:bodyPr/>
        <a:p>
          <a:endParaRPr lang="zh-CN" altLang="en-US"/>
        </a:p>
      </dgm:t>
    </dgm:pt>
    <dgm:pt modelId="{12714FC6-8B41-47E5-91DD-F02D34D23B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一级</a:t>
          </a: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负责人</a:t>
          </a:r>
          <a:r>
            <a:rPr lang="zh-CN" altLang="en-US">
              <a:latin typeface="微软雅黑" charset="0"/>
              <a:ea typeface="微软雅黑" charset="0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EACD17F5-D793-4A43-B489-D1804D50CFEF}" cxnId="{13554E3D-E891-45D9-8441-44B858FF8A4D}" type="parTrans">
      <dgm:prSet/>
      <dgm:spPr/>
      <dgm:t>
        <a:bodyPr/>
        <a:p>
          <a:endParaRPr lang="zh-CN" altLang="en-US"/>
        </a:p>
      </dgm:t>
    </dgm:pt>
    <dgm:pt modelId="{FA45D93F-0724-4936-AA45-E6762732A19D}" cxnId="{13554E3D-E891-45D9-8441-44B858FF8A4D}" type="sibTrans">
      <dgm:prSet/>
      <dgm:spPr/>
      <dgm:t>
        <a:bodyPr/>
        <a:p>
          <a:endParaRPr lang="zh-CN" altLang="en-US"/>
        </a:p>
      </dgm:t>
    </dgm:pt>
    <dgm:pt modelId="{F4303F82-398A-4D96-A3BA-8C0F002008A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8BEC1400-F841-4D1C-A6B3-6AA371310640}" cxnId="{9EAF65DA-D687-4010-B621-840656BD895A}" type="parTrans">
      <dgm:prSet/>
      <dgm:spPr/>
    </dgm:pt>
    <dgm:pt modelId="{621A08D6-C674-4183-A8C0-F0DCB7BA33C7}" cxnId="{9EAF65DA-D687-4010-B621-840656BD895A}" type="sibTrans">
      <dgm:prSet/>
      <dgm:spPr/>
    </dgm:pt>
    <dgm:pt modelId="{003AD6C6-3108-48D2-BE27-802A9ABBEC8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7ABC6AFE-BACB-4FF1-8932-B75E3114D635}" cxnId="{D2F71EFA-828B-4083-9360-D59A71DC9A53}" type="parTrans">
      <dgm:prSet/>
      <dgm:spPr/>
    </dgm:pt>
    <dgm:pt modelId="{F92A3AC4-853B-4678-9C6D-2D5615474BD6}" cxnId="{D2F71EFA-828B-4083-9360-D59A71DC9A53}" type="sibTrans">
      <dgm:prSet/>
      <dgm:spPr/>
    </dgm:pt>
    <dgm:pt modelId="{4EC42421-831D-4CD3-8215-2AF4300F9C0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8D5FB264-0A5C-4C3A-85B7-453D9BD837DF}" cxnId="{3C235110-509F-48AC-95C1-6D03C1273B49}" type="parTrans">
      <dgm:prSet/>
      <dgm:spPr/>
      <dgm:t>
        <a:bodyPr/>
        <a:p>
          <a:endParaRPr lang="zh-CN" altLang="en-US"/>
        </a:p>
      </dgm:t>
    </dgm:pt>
    <dgm:pt modelId="{A1825131-D805-48C8-BFCE-E45C02E6F5CE}" cxnId="{3C235110-509F-48AC-95C1-6D03C1273B49}" type="sibTrans">
      <dgm:prSet/>
      <dgm:spPr/>
      <dgm:t>
        <a:bodyPr/>
        <a:p>
          <a:endParaRPr lang="zh-CN" altLang="en-US"/>
        </a:p>
      </dgm:t>
    </dgm:pt>
    <dgm:pt modelId="{CF717C8A-B40B-4AFF-BF49-65ABB7DF819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CCF68ADE-40B6-47D0-93C1-88EC13ADC8AC}" cxnId="{25DE7893-4D36-4AA0-9A9E-117420ABCA2C}" type="parTrans">
      <dgm:prSet/>
      <dgm:spPr/>
      <dgm:t>
        <a:bodyPr/>
        <a:p>
          <a:endParaRPr lang="zh-CN" altLang="en-US"/>
        </a:p>
      </dgm:t>
    </dgm:pt>
    <dgm:pt modelId="{630D3E0B-D1D7-4E1A-8193-515AA5E1866F}" cxnId="{25DE7893-4D36-4AA0-9A9E-117420ABCA2C}" type="sibTrans">
      <dgm:prSet/>
      <dgm:spPr/>
      <dgm:t>
        <a:bodyPr/>
        <a:p>
          <a:endParaRPr lang="zh-CN" altLang="en-US"/>
        </a:p>
      </dgm:t>
    </dgm:pt>
    <dgm:pt modelId="{77DD5A05-2046-43A7-B99A-A73525FC66A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00CAB663-A73D-45DC-99B8-451AB1600921}" cxnId="{B7E70598-8F4A-4148-95D7-55FED52512A5}" type="parTrans">
      <dgm:prSet/>
      <dgm:spPr/>
    </dgm:pt>
    <dgm:pt modelId="{2D48934F-47A5-4C56-80EE-6BE4B881E372}" cxnId="{B7E70598-8F4A-4148-95D7-55FED52512A5}" type="sibTrans">
      <dgm:prSet/>
      <dgm:spPr/>
    </dgm:pt>
    <dgm:pt modelId="{048F5BC7-70F4-4178-81EF-04FFD4C31BB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3B0ED226-21F0-4037-9D1C-437DDE9825B5}" cxnId="{8E4BDB48-4654-4C1C-86E5-64905BFA7EFC}" type="parTrans">
      <dgm:prSet/>
      <dgm:spPr/>
    </dgm:pt>
    <dgm:pt modelId="{0A04507E-677D-41DD-B2E1-8A2A4699E625}" cxnId="{8E4BDB48-4654-4C1C-86E5-64905BFA7EFC}" type="sibTrans">
      <dgm:prSet/>
      <dgm:spPr/>
    </dgm:pt>
    <dgm:pt modelId="{B7076A49-E62B-4C83-AE01-A69954AA5F1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一级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262C8CFB-E1FD-453F-8153-687F5BD062B5}" cxnId="{7BDD7109-F1D6-45DF-9E68-DF69CEE5C8C7}" type="parTrans">
      <dgm:prSet/>
      <dgm:spPr/>
    </dgm:pt>
    <dgm:pt modelId="{1AD8E1CD-E155-4E18-A892-2912B70964A7}" cxnId="{7BDD7109-F1D6-45DF-9E68-DF69CEE5C8C7}" type="sibTrans">
      <dgm:prSet/>
      <dgm:spPr/>
    </dgm:pt>
    <dgm:pt modelId="{8216327F-98D2-4944-B3BD-3FDED6811FC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一级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AFA82AF3-9A7D-4EF7-90BF-FDD7AFA88926}" cxnId="{1E3A2E63-D846-40DA-80D4-287BE8E911B7}" type="parTrans">
      <dgm:prSet/>
      <dgm:spPr/>
    </dgm:pt>
    <dgm:pt modelId="{A14F5D43-F062-4FD8-B427-DF9ACF856D58}" cxnId="{1E3A2E63-D846-40DA-80D4-287BE8E911B7}" type="sibTrans">
      <dgm:prSet/>
      <dgm:spPr/>
    </dgm:pt>
    <dgm:pt modelId="{780C0A81-2DBC-4700-AD76-CD8F9C77E43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5E948EC8-6DBF-4B57-92A6-5102DF750C50}" cxnId="{D9D6E105-B1D7-4B7D-8636-D65862886589}" type="parTrans">
      <dgm:prSet/>
      <dgm:spPr/>
    </dgm:pt>
    <dgm:pt modelId="{D666721D-F124-4413-9627-73FF289236BD}" cxnId="{D9D6E105-B1D7-4B7D-8636-D65862886589}" type="sibTrans">
      <dgm:prSet/>
      <dgm:spPr/>
    </dgm:pt>
    <dgm:pt modelId="{8DF0AE72-03A9-47BA-9FA4-845040F6C6D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6361DC73-C5C8-4CD4-88CD-FCDCE18E1C82}" cxnId="{02AB0A76-9658-4D2C-96F1-9B2A23DAA49F}" type="parTrans">
      <dgm:prSet/>
      <dgm:spPr/>
    </dgm:pt>
    <dgm:pt modelId="{D958CB91-29F6-4719-BF3C-73FBC82BF0B5}" cxnId="{02AB0A76-9658-4D2C-96F1-9B2A23DAA49F}" type="sibTrans">
      <dgm:prSet/>
      <dgm:spPr/>
    </dgm:pt>
    <dgm:pt modelId="{7D8FE46B-D72F-4DCB-8BC7-D40261CDB9D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CC9529A9-BCE8-4794-B443-A2EBC6D81A0B}" cxnId="{A0AFFED9-26F9-4470-BFDC-A53E35492CF5}" type="parTrans">
      <dgm:prSet/>
      <dgm:spPr/>
    </dgm:pt>
    <dgm:pt modelId="{F4174E65-83B4-47E2-A529-0175BFFBFA90}" cxnId="{A0AFFED9-26F9-4470-BFDC-A53E35492CF5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ScaleY="132947" custLinFactNeighborY="31307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6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5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DDA3B008-1810-4B75-A7FA-FA098D75BC64}" type="pres">
      <dgm:prSet presAssocID="{8BEC1400-F841-4D1C-A6B3-6AA371310640}" presName="Name37" presStyleLbl="parChTrans1D3" presStyleIdx="0" presStyleCnt="7"/>
      <dgm:spPr/>
    </dgm:pt>
    <dgm:pt modelId="{0F65A717-D290-4D4D-B27B-E898AA80C4EB}" type="pres">
      <dgm:prSet presAssocID="{F4303F82-398A-4D96-A3BA-8C0F002008AA}" presName="hierRoot2" presStyleCnt="0">
        <dgm:presLayoutVars>
          <dgm:hierBranch val="init"/>
        </dgm:presLayoutVars>
      </dgm:prSet>
      <dgm:spPr/>
    </dgm:pt>
    <dgm:pt modelId="{ACCB0BC7-4258-46DC-93AC-BEC3766011C2}" type="pres">
      <dgm:prSet presAssocID="{F4303F82-398A-4D96-A3BA-8C0F002008AA}" presName="rootComposite" presStyleCnt="0"/>
      <dgm:spPr/>
    </dgm:pt>
    <dgm:pt modelId="{1EA9785F-A648-4DBF-9A8F-618A047F11B6}" type="pres">
      <dgm:prSet presAssocID="{F4303F82-398A-4D96-A3BA-8C0F002008AA}" presName="rootText" presStyleLbl="node3" presStyleIdx="0" presStyleCnt="7">
        <dgm:presLayoutVars>
          <dgm:chPref val="3"/>
        </dgm:presLayoutVars>
      </dgm:prSet>
      <dgm:spPr/>
    </dgm:pt>
    <dgm:pt modelId="{212BE91F-E816-46F5-A7AF-0EBAD49AF967}" type="pres">
      <dgm:prSet presAssocID="{F4303F82-398A-4D96-A3BA-8C0F002008AA}" presName="rootConnector" presStyleCnt="0"/>
      <dgm:spPr/>
    </dgm:pt>
    <dgm:pt modelId="{2E3600E9-DABB-4627-A8F4-6B4DBBD460BC}" type="pres">
      <dgm:prSet presAssocID="{F4303F82-398A-4D96-A3BA-8C0F002008AA}" presName="hierChild4" presStyleCnt="0"/>
      <dgm:spPr/>
    </dgm:pt>
    <dgm:pt modelId="{71C63F6E-10DC-4D89-9B75-4266B019B6D5}" type="pres">
      <dgm:prSet presAssocID="{F4303F82-398A-4D96-A3BA-8C0F002008AA}" presName="hierChild5" presStyleCnt="0"/>
      <dgm:spPr/>
    </dgm:pt>
    <dgm:pt modelId="{A9AC65A2-F786-49C0-8244-8C60A3EE240D}" type="pres">
      <dgm:prSet presAssocID="{7ABC6AFE-BACB-4FF1-8932-B75E3114D635}" presName="Name37" presStyleLbl="parChTrans1D3" presStyleIdx="1" presStyleCnt="7"/>
      <dgm:spPr/>
    </dgm:pt>
    <dgm:pt modelId="{7917DBF1-C30E-4707-B54A-38803EBCE82F}" type="pres">
      <dgm:prSet presAssocID="{003AD6C6-3108-48D2-BE27-802A9ABBEC89}" presName="hierRoot2" presStyleCnt="0">
        <dgm:presLayoutVars>
          <dgm:hierBranch val="init"/>
        </dgm:presLayoutVars>
      </dgm:prSet>
      <dgm:spPr/>
    </dgm:pt>
    <dgm:pt modelId="{5213DC0A-AC02-44FF-A384-6C857DDB1198}" type="pres">
      <dgm:prSet presAssocID="{003AD6C6-3108-48D2-BE27-802A9ABBEC89}" presName="rootComposite" presStyleCnt="0"/>
      <dgm:spPr/>
    </dgm:pt>
    <dgm:pt modelId="{C3EA0B1B-F86D-475E-92C5-D59F577B5A64}" type="pres">
      <dgm:prSet presAssocID="{003AD6C6-3108-48D2-BE27-802A9ABBEC89}" presName="rootText" presStyleLbl="node3" presStyleIdx="1" presStyleCnt="7">
        <dgm:presLayoutVars>
          <dgm:chPref val="3"/>
        </dgm:presLayoutVars>
      </dgm:prSet>
      <dgm:spPr/>
    </dgm:pt>
    <dgm:pt modelId="{AFF5FA03-A773-4312-83CB-7A18434CF6FC}" type="pres">
      <dgm:prSet presAssocID="{003AD6C6-3108-48D2-BE27-802A9ABBEC89}" presName="rootConnector" presStyleCnt="0"/>
      <dgm:spPr/>
    </dgm:pt>
    <dgm:pt modelId="{9D519E87-35EF-489B-AB74-35985758F061}" type="pres">
      <dgm:prSet presAssocID="{003AD6C6-3108-48D2-BE27-802A9ABBEC89}" presName="hierChild4" presStyleCnt="0"/>
      <dgm:spPr/>
    </dgm:pt>
    <dgm:pt modelId="{6CF54EBF-D950-498F-868E-43AB89766C87}" type="pres">
      <dgm:prSet presAssocID="{003AD6C6-3108-48D2-BE27-802A9ABBEC89}" presName="hierChild5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6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5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6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5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FF576E08-8C47-4499-95F0-5F269F625A0E}" type="pres">
      <dgm:prSet presAssocID="{00CAB663-A73D-45DC-99B8-451AB1600921}" presName="Name37" presStyleLbl="parChTrans1D3" presStyleIdx="2" presStyleCnt="7"/>
      <dgm:spPr/>
    </dgm:pt>
    <dgm:pt modelId="{ADB62742-E599-4D50-B59E-A2E20713D6B7}" type="pres">
      <dgm:prSet presAssocID="{77DD5A05-2046-43A7-B99A-A73525FC66A3}" presName="hierRoot2" presStyleCnt="0">
        <dgm:presLayoutVars>
          <dgm:hierBranch val="init"/>
        </dgm:presLayoutVars>
      </dgm:prSet>
      <dgm:spPr/>
    </dgm:pt>
    <dgm:pt modelId="{7A5B2F55-7BA2-49E2-ADAD-DC3D1E7C2787}" type="pres">
      <dgm:prSet presAssocID="{77DD5A05-2046-43A7-B99A-A73525FC66A3}" presName="rootComposite" presStyleCnt="0"/>
      <dgm:spPr/>
    </dgm:pt>
    <dgm:pt modelId="{C540471B-A658-4D33-B0F0-26C908B292C1}" type="pres">
      <dgm:prSet presAssocID="{77DD5A05-2046-43A7-B99A-A73525FC66A3}" presName="rootText" presStyleLbl="node3" presStyleIdx="2" presStyleCnt="7" custLinFactNeighborX="398" custLinFactNeighborY="-3676">
        <dgm:presLayoutVars>
          <dgm:chPref val="3"/>
        </dgm:presLayoutVars>
      </dgm:prSet>
      <dgm:spPr/>
    </dgm:pt>
    <dgm:pt modelId="{8EAC9AED-D539-4519-BD3B-CF9E2A0F0DE7}" type="pres">
      <dgm:prSet presAssocID="{77DD5A05-2046-43A7-B99A-A73525FC66A3}" presName="rootConnector" presStyleCnt="0"/>
      <dgm:spPr/>
    </dgm:pt>
    <dgm:pt modelId="{EEB3480E-537E-424F-903C-3B45AEB0D370}" type="pres">
      <dgm:prSet presAssocID="{77DD5A05-2046-43A7-B99A-A73525FC66A3}" presName="hierChild4" presStyleCnt="0"/>
      <dgm:spPr/>
    </dgm:pt>
    <dgm:pt modelId="{F170B35B-C55F-4AD6-A0B4-F23E791B2B31}" type="pres">
      <dgm:prSet presAssocID="{77DD5A05-2046-43A7-B99A-A73525FC66A3}" presName="hierChild5" presStyleCnt="0"/>
      <dgm:spPr/>
    </dgm:pt>
    <dgm:pt modelId="{7CFACE62-FE3D-400D-B449-19665DEB69C4}" type="pres">
      <dgm:prSet presAssocID="{3B0ED226-21F0-4037-9D1C-437DDE9825B5}" presName="Name37" presStyleLbl="parChTrans1D3" presStyleIdx="3" presStyleCnt="7"/>
      <dgm:spPr/>
    </dgm:pt>
    <dgm:pt modelId="{757EE07A-87A8-41F4-A38E-9EF90591211F}" type="pres">
      <dgm:prSet presAssocID="{048F5BC7-70F4-4178-81EF-04FFD4C31BBA}" presName="hierRoot2" presStyleCnt="0">
        <dgm:presLayoutVars>
          <dgm:hierBranch val="init"/>
        </dgm:presLayoutVars>
      </dgm:prSet>
      <dgm:spPr/>
    </dgm:pt>
    <dgm:pt modelId="{32FC8BFD-A31C-41F9-8299-14A32DD5BB8B}" type="pres">
      <dgm:prSet presAssocID="{048F5BC7-70F4-4178-81EF-04FFD4C31BBA}" presName="rootComposite" presStyleCnt="0"/>
      <dgm:spPr/>
    </dgm:pt>
    <dgm:pt modelId="{DA16B34D-CEE4-4870-9110-396944C6534A}" type="pres">
      <dgm:prSet presAssocID="{048F5BC7-70F4-4178-81EF-04FFD4C31BBA}" presName="rootText" presStyleLbl="node3" presStyleIdx="3" presStyleCnt="7">
        <dgm:presLayoutVars>
          <dgm:chPref val="3"/>
        </dgm:presLayoutVars>
      </dgm:prSet>
      <dgm:spPr/>
    </dgm:pt>
    <dgm:pt modelId="{246409DD-B3D4-4517-BB95-56B7BF35D09E}" type="pres">
      <dgm:prSet presAssocID="{048F5BC7-70F4-4178-81EF-04FFD4C31BBA}" presName="rootConnector" presStyleCnt="0"/>
      <dgm:spPr/>
    </dgm:pt>
    <dgm:pt modelId="{2ACAD649-4B6A-442E-8BB0-15E814C9A0C6}" type="pres">
      <dgm:prSet presAssocID="{048F5BC7-70F4-4178-81EF-04FFD4C31BBA}" presName="hierChild4" presStyleCnt="0"/>
      <dgm:spPr/>
    </dgm:pt>
    <dgm:pt modelId="{2F5A1C07-3EC1-4DFF-AD2C-673E5106A947}" type="pres">
      <dgm:prSet presAssocID="{048F5BC7-70F4-4178-81EF-04FFD4C31BBA}" presName="hierChild5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EC236B16-CB99-4E59-8839-0907597C20B3}" type="pres">
      <dgm:prSet presAssocID="{262C8CFB-E1FD-453F-8153-687F5BD062B5}" presName="Name37" presStyleLbl="parChTrans1D2" presStyleIdx="3" presStyleCnt="6"/>
      <dgm:spPr/>
    </dgm:pt>
    <dgm:pt modelId="{6CA842A4-B084-498F-A7E6-39456C54E3B6}" type="pres">
      <dgm:prSet presAssocID="{B7076A49-E62B-4C83-AE01-A69954AA5F11}" presName="hierRoot2" presStyleCnt="0">
        <dgm:presLayoutVars>
          <dgm:hierBranch val="init"/>
        </dgm:presLayoutVars>
      </dgm:prSet>
      <dgm:spPr/>
    </dgm:pt>
    <dgm:pt modelId="{FE0CEDF7-4712-4C27-99B3-3DFA10793475}" type="pres">
      <dgm:prSet presAssocID="{B7076A49-E62B-4C83-AE01-A69954AA5F11}" presName="rootComposite" presStyleCnt="0"/>
      <dgm:spPr/>
    </dgm:pt>
    <dgm:pt modelId="{F1C5BF97-3C0D-4A9F-ABB4-40FBA7DADDD0}" type="pres">
      <dgm:prSet presAssocID="{B7076A49-E62B-4C83-AE01-A69954AA5F11}" presName="rootText" presStyleLbl="node2" presStyleIdx="3" presStyleCnt="5">
        <dgm:presLayoutVars>
          <dgm:chPref val="3"/>
        </dgm:presLayoutVars>
      </dgm:prSet>
      <dgm:spPr/>
    </dgm:pt>
    <dgm:pt modelId="{8DDE63CD-DABA-4387-8190-1FEE9D0C0BE9}" type="pres">
      <dgm:prSet presAssocID="{B7076A49-E62B-4C83-AE01-A69954AA5F11}" presName="rootConnector" presStyleCnt="0"/>
      <dgm:spPr/>
    </dgm:pt>
    <dgm:pt modelId="{84A9C8DF-0FE9-4156-973C-465677ED57B1}" type="pres">
      <dgm:prSet presAssocID="{B7076A49-E62B-4C83-AE01-A69954AA5F11}" presName="hierChild4" presStyleCnt="0"/>
      <dgm:spPr/>
    </dgm:pt>
    <dgm:pt modelId="{5C2E1FAF-7E74-4B82-AC05-C9254E750C38}" type="pres">
      <dgm:prSet presAssocID="{B7076A49-E62B-4C83-AE01-A69954AA5F11}" presName="hierChild5" presStyleCnt="0"/>
      <dgm:spPr/>
    </dgm:pt>
    <dgm:pt modelId="{226D1D7E-DFA2-4396-96EE-028084249354}" type="pres">
      <dgm:prSet presAssocID="{AFA82AF3-9A7D-4EF7-90BF-FDD7AFA88926}" presName="Name37" presStyleLbl="parChTrans1D2" presStyleIdx="4" presStyleCnt="6"/>
      <dgm:spPr/>
    </dgm:pt>
    <dgm:pt modelId="{91209B13-76B0-403F-A23C-DE8A3E9C663F}" type="pres">
      <dgm:prSet presAssocID="{8216327F-98D2-4944-B3BD-3FDED6811FC6}" presName="hierRoot2" presStyleCnt="0">
        <dgm:presLayoutVars>
          <dgm:hierBranch val="init"/>
        </dgm:presLayoutVars>
      </dgm:prSet>
      <dgm:spPr/>
    </dgm:pt>
    <dgm:pt modelId="{936DC499-5F0A-495D-950B-A78D09814B3E}" type="pres">
      <dgm:prSet presAssocID="{8216327F-98D2-4944-B3BD-3FDED6811FC6}" presName="rootComposite" presStyleCnt="0"/>
      <dgm:spPr/>
    </dgm:pt>
    <dgm:pt modelId="{2470FA0C-ADE0-4293-B00C-B9A5B8CFDCD5}" type="pres">
      <dgm:prSet presAssocID="{8216327F-98D2-4944-B3BD-3FDED6811FC6}" presName="rootText" presStyleLbl="node2" presStyleIdx="4" presStyleCnt="5">
        <dgm:presLayoutVars>
          <dgm:chPref val="3"/>
        </dgm:presLayoutVars>
      </dgm:prSet>
      <dgm:spPr/>
    </dgm:pt>
    <dgm:pt modelId="{5541689E-434D-439B-9E6F-C748F7029EB8}" type="pres">
      <dgm:prSet presAssocID="{8216327F-98D2-4944-B3BD-3FDED6811FC6}" presName="rootConnector" presStyleCnt="0"/>
      <dgm:spPr/>
    </dgm:pt>
    <dgm:pt modelId="{79E68412-8FE1-4DE9-B580-716D229BDBF8}" type="pres">
      <dgm:prSet presAssocID="{8216327F-98D2-4944-B3BD-3FDED6811FC6}" presName="hierChild4" presStyleCnt="0"/>
      <dgm:spPr/>
    </dgm:pt>
    <dgm:pt modelId="{41D24ED1-9E48-46F8-A82A-D917816B3F6C}" type="pres">
      <dgm:prSet presAssocID="{5E948EC8-6DBF-4B57-92A6-5102DF750C50}" presName="Name37" presStyleLbl="parChTrans1D3" presStyleIdx="4" presStyleCnt="7"/>
      <dgm:spPr/>
    </dgm:pt>
    <dgm:pt modelId="{B0E4DF5B-1059-43F0-9AE2-F93F8CCAB6E9}" type="pres">
      <dgm:prSet presAssocID="{780C0A81-2DBC-4700-AD76-CD8F9C77E43D}" presName="hierRoot2" presStyleCnt="0">
        <dgm:presLayoutVars>
          <dgm:hierBranch val="init"/>
        </dgm:presLayoutVars>
      </dgm:prSet>
      <dgm:spPr/>
    </dgm:pt>
    <dgm:pt modelId="{92208733-9E90-4EBA-A317-2CCBF2CC6DAA}" type="pres">
      <dgm:prSet presAssocID="{780C0A81-2DBC-4700-AD76-CD8F9C77E43D}" presName="rootComposite" presStyleCnt="0"/>
      <dgm:spPr/>
    </dgm:pt>
    <dgm:pt modelId="{C4281C85-1E2F-4217-859F-34944894238C}" type="pres">
      <dgm:prSet presAssocID="{780C0A81-2DBC-4700-AD76-CD8F9C77E43D}" presName="rootText" presStyleLbl="node3" presStyleIdx="4" presStyleCnt="7" custScaleX="112749" custLinFactNeighborX="-3946" custLinFactNeighborY="-16565">
        <dgm:presLayoutVars>
          <dgm:chPref val="3"/>
        </dgm:presLayoutVars>
      </dgm:prSet>
      <dgm:spPr/>
    </dgm:pt>
    <dgm:pt modelId="{6625020B-4A64-432F-90B7-DC38D9C50F08}" type="pres">
      <dgm:prSet presAssocID="{780C0A81-2DBC-4700-AD76-CD8F9C77E43D}" presName="rootConnector" presStyleCnt="0"/>
      <dgm:spPr/>
    </dgm:pt>
    <dgm:pt modelId="{E006D126-A7E8-426C-8ADB-CD738BEFA637}" type="pres">
      <dgm:prSet presAssocID="{780C0A81-2DBC-4700-AD76-CD8F9C77E43D}" presName="hierChild4" presStyleCnt="0"/>
      <dgm:spPr/>
    </dgm:pt>
    <dgm:pt modelId="{8B099BB7-51A3-478D-BA02-0272C299E67D}" type="pres">
      <dgm:prSet presAssocID="{780C0A81-2DBC-4700-AD76-CD8F9C77E43D}" presName="hierChild5" presStyleCnt="0"/>
      <dgm:spPr/>
    </dgm:pt>
    <dgm:pt modelId="{9F2A3321-DAC3-405F-93A2-B1C2DBBA0262}" type="pres">
      <dgm:prSet presAssocID="{6361DC73-C5C8-4CD4-88CD-FCDCE18E1C82}" presName="Name37" presStyleLbl="parChTrans1D3" presStyleIdx="5" presStyleCnt="7"/>
      <dgm:spPr/>
    </dgm:pt>
    <dgm:pt modelId="{FFCFA747-591A-464C-BEF6-F8C287F997DE}" type="pres">
      <dgm:prSet presAssocID="{8DF0AE72-03A9-47BA-9FA4-845040F6C6D7}" presName="hierRoot2" presStyleCnt="0">
        <dgm:presLayoutVars>
          <dgm:hierBranch val="init"/>
        </dgm:presLayoutVars>
      </dgm:prSet>
      <dgm:spPr/>
    </dgm:pt>
    <dgm:pt modelId="{C07FF416-5C19-40E4-AD23-393B29B86839}" type="pres">
      <dgm:prSet presAssocID="{8DF0AE72-03A9-47BA-9FA4-845040F6C6D7}" presName="rootComposite" presStyleCnt="0"/>
      <dgm:spPr/>
    </dgm:pt>
    <dgm:pt modelId="{522C55A3-7556-4B19-AB18-AF1E1D89998C}" type="pres">
      <dgm:prSet presAssocID="{8DF0AE72-03A9-47BA-9FA4-845040F6C6D7}" presName="rootText" presStyleLbl="node3" presStyleIdx="5" presStyleCnt="7" custScaleX="112749" custLinFactNeighborX="-3947" custLinFactNeighborY="-38594">
        <dgm:presLayoutVars>
          <dgm:chPref val="3"/>
        </dgm:presLayoutVars>
      </dgm:prSet>
      <dgm:spPr/>
    </dgm:pt>
    <dgm:pt modelId="{78621434-F107-4CB1-8E0E-5D4D6C5E8CAC}" type="pres">
      <dgm:prSet presAssocID="{8DF0AE72-03A9-47BA-9FA4-845040F6C6D7}" presName="rootConnector" presStyleCnt="0"/>
      <dgm:spPr/>
    </dgm:pt>
    <dgm:pt modelId="{57711412-E62C-4294-BDC7-4F7257B7011C}" type="pres">
      <dgm:prSet presAssocID="{8DF0AE72-03A9-47BA-9FA4-845040F6C6D7}" presName="hierChild4" presStyleCnt="0"/>
      <dgm:spPr/>
    </dgm:pt>
    <dgm:pt modelId="{1A978C0C-DF3E-401D-BFE7-3006F0FBBB54}" type="pres">
      <dgm:prSet presAssocID="{8DF0AE72-03A9-47BA-9FA4-845040F6C6D7}" presName="hierChild5" presStyleCnt="0"/>
      <dgm:spPr/>
    </dgm:pt>
    <dgm:pt modelId="{46B918D3-6368-4943-8BAF-39657048D6F5}" type="pres">
      <dgm:prSet presAssocID="{CC9529A9-BCE8-4794-B443-A2EBC6D81A0B}" presName="Name37" presStyleLbl="parChTrans1D3" presStyleIdx="6" presStyleCnt="7"/>
      <dgm:spPr/>
    </dgm:pt>
    <dgm:pt modelId="{EA99890F-8F54-4B5A-99E9-0600DA900927}" type="pres">
      <dgm:prSet presAssocID="{7D8FE46B-D72F-4DCB-8BC7-D40261CDB9DC}" presName="hierRoot2" presStyleCnt="0">
        <dgm:presLayoutVars>
          <dgm:hierBranch val="init"/>
        </dgm:presLayoutVars>
      </dgm:prSet>
      <dgm:spPr/>
    </dgm:pt>
    <dgm:pt modelId="{74381CAF-4041-42ED-A1CB-79BD528D47ED}" type="pres">
      <dgm:prSet presAssocID="{7D8FE46B-D72F-4DCB-8BC7-D40261CDB9DC}" presName="rootComposite" presStyleCnt="0"/>
      <dgm:spPr/>
    </dgm:pt>
    <dgm:pt modelId="{9B1119C6-FE95-474B-8181-D9861A793508}" type="pres">
      <dgm:prSet presAssocID="{7D8FE46B-D72F-4DCB-8BC7-D40261CDB9DC}" presName="rootText" presStyleLbl="node3" presStyleIdx="6" presStyleCnt="7" custScaleX="112835" custLinFactNeighborX="-3947" custLinFactNeighborY="-64090">
        <dgm:presLayoutVars>
          <dgm:chPref val="3"/>
        </dgm:presLayoutVars>
      </dgm:prSet>
      <dgm:spPr/>
    </dgm:pt>
    <dgm:pt modelId="{85800067-4D55-4310-BE7C-50A363117E33}" type="pres">
      <dgm:prSet presAssocID="{7D8FE46B-D72F-4DCB-8BC7-D40261CDB9DC}" presName="rootConnector" presStyleCnt="0"/>
      <dgm:spPr/>
    </dgm:pt>
    <dgm:pt modelId="{DCB9F676-9F38-4FE6-A1FF-32765CAB5F10}" type="pres">
      <dgm:prSet presAssocID="{7D8FE46B-D72F-4DCB-8BC7-D40261CDB9DC}" presName="hierChild4" presStyleCnt="0"/>
      <dgm:spPr/>
    </dgm:pt>
    <dgm:pt modelId="{7CAD27DA-5158-4EC5-98A2-E1F5D9E62B27}" type="pres">
      <dgm:prSet presAssocID="{7D8FE46B-D72F-4DCB-8BC7-D40261CDB9DC}" presName="hierChild5" presStyleCnt="0"/>
      <dgm:spPr/>
    </dgm:pt>
    <dgm:pt modelId="{DCB029F2-4491-437A-BC20-DC8B01DADC14}" type="pres">
      <dgm:prSet presAssocID="{8216327F-98D2-4944-B3BD-3FDED6811FC6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  <dgm:pt modelId="{7CC60CE2-51D0-47DE-A469-FE4884597341}" type="pres">
      <dgm:prSet presAssocID="{4294CB15-5EAF-442A-BADC-24588A60ECFF}" presName="Name111" presStyleLbl="parChTrans1D2" presStyleIdx="5" presStyleCnt="6"/>
      <dgm:spPr/>
    </dgm:pt>
    <dgm:pt modelId="{2C28615C-654F-4C05-9383-C72EAED46321}" type="pres">
      <dgm:prSet presAssocID="{B29BF47F-FB6F-4BB3-8B1F-25C507DDACF5}" presName="hierRoot3" presStyleCnt="0">
        <dgm:presLayoutVars>
          <dgm:hierBranch val="init"/>
        </dgm:presLayoutVars>
      </dgm:prSet>
      <dgm:spPr/>
    </dgm:pt>
    <dgm:pt modelId="{531B400A-09FB-4AC6-91D5-6C58DB555D6A}" type="pres">
      <dgm:prSet presAssocID="{B29BF47F-FB6F-4BB3-8B1F-25C507DDACF5}" presName="rootComposite3" presStyleCnt="0"/>
      <dgm:spPr/>
    </dgm:pt>
    <dgm:pt modelId="{15F46F7C-8483-49B2-9069-BD47518FA3C5}" type="pres">
      <dgm:prSet presAssocID="{B29BF47F-FB6F-4BB3-8B1F-25C507DDACF5}" presName="rootText3" presStyleLbl="asst1" presStyleIdx="0" presStyleCnt="1" custScaleY="74414" custLinFactNeighborX="-1302" custLinFactNeighborY="5549">
        <dgm:presLayoutVars>
          <dgm:chPref val="3"/>
        </dgm:presLayoutVars>
      </dgm:prSet>
      <dgm:spPr/>
    </dgm:pt>
    <dgm:pt modelId="{84CA6990-2D5D-47C3-9020-DF2944DEADCF}" type="pres">
      <dgm:prSet presAssocID="{B29BF47F-FB6F-4BB3-8B1F-25C507DDACF5}" presName="rootConnector3" presStyleCnt="0"/>
      <dgm:spPr/>
    </dgm:pt>
    <dgm:pt modelId="{0851F80F-8C6D-4400-A85F-BC390C21E4EE}" type="pres">
      <dgm:prSet presAssocID="{B29BF47F-FB6F-4BB3-8B1F-25C507DDACF5}" presName="hierChild6" presStyleCnt="0"/>
      <dgm:spPr/>
    </dgm:pt>
    <dgm:pt modelId="{3025C0A7-DA6F-4394-8167-7956EFF162F0}" type="pres">
      <dgm:prSet presAssocID="{B29BF47F-FB6F-4BB3-8B1F-25C507DDACF5}" presName="hierChild7" presStyleCnt="0"/>
      <dgm:spPr/>
    </dgm:pt>
  </dgm:ptLst>
  <dgm:cxnLst>
    <dgm:cxn modelId="{9E61907A-03D0-4E32-8FEE-74352F710F91}" srcId="{A77D31B3-3808-4FBA-8FA4-CC8D448A173E}" destId="{47C757F0-AA23-46BE-9311-EA432CDEEAA1}" srcOrd="0" destOrd="0" parTransId="{AB39B06D-FE6C-48B2-B5B4-77CD0C8CF7AD}" sibTransId="{DF0D1C21-B79E-4875-B7FA-EF183CB48B88}"/>
    <dgm:cxn modelId="{01121F72-3130-4D19-AA16-DCC3BB124AB6}" srcId="{47C757F0-AA23-46BE-9311-EA432CDEEAA1}" destId="{B29BF47F-FB6F-4BB3-8B1F-25C507DDACF5}" srcOrd="0" destOrd="0" parTransId="{4294CB15-5EAF-442A-BADC-24588A60ECFF}" sibTransId="{4FBEC948-3FA9-4375-B83A-B44348E5F34D}"/>
    <dgm:cxn modelId="{13554E3D-E891-45D9-8441-44B858FF8A4D}" srcId="{47C757F0-AA23-46BE-9311-EA432CDEEAA1}" destId="{12714FC6-8B41-47E5-91DD-F02D34D23B93}" srcOrd="1" destOrd="0" parTransId="{EACD17F5-D793-4A43-B489-D1804D50CFEF}" sibTransId="{FA45D93F-0724-4936-AA45-E6762732A19D}"/>
    <dgm:cxn modelId="{9EAF65DA-D687-4010-B621-840656BD895A}" srcId="{12714FC6-8B41-47E5-91DD-F02D34D23B93}" destId="{F4303F82-398A-4D96-A3BA-8C0F002008AA}" srcOrd="0" destOrd="1" parTransId="{8BEC1400-F841-4D1C-A6B3-6AA371310640}" sibTransId="{621A08D6-C674-4183-A8C0-F0DCB7BA33C7}"/>
    <dgm:cxn modelId="{D2F71EFA-828B-4083-9360-D59A71DC9A53}" srcId="{12714FC6-8B41-47E5-91DD-F02D34D23B93}" destId="{003AD6C6-3108-48D2-BE27-802A9ABBEC89}" srcOrd="1" destOrd="1" parTransId="{7ABC6AFE-BACB-4FF1-8932-B75E3114D635}" sibTransId="{F92A3AC4-853B-4678-9C6D-2D5615474BD6}"/>
    <dgm:cxn modelId="{3C235110-509F-48AC-95C1-6D03C1273B49}" srcId="{47C757F0-AA23-46BE-9311-EA432CDEEAA1}" destId="{4EC42421-831D-4CD3-8215-2AF4300F9C01}" srcOrd="2" destOrd="0" parTransId="{8D5FB264-0A5C-4C3A-85B7-453D9BD837DF}" sibTransId="{A1825131-D805-48C8-BFCE-E45C02E6F5CE}"/>
    <dgm:cxn modelId="{25DE7893-4D36-4AA0-9A9E-117420ABCA2C}" srcId="{47C757F0-AA23-46BE-9311-EA432CDEEAA1}" destId="{CF717C8A-B40B-4AFF-BF49-65ABB7DF8190}" srcOrd="3" destOrd="0" parTransId="{CCF68ADE-40B6-47D0-93C1-88EC13ADC8AC}" sibTransId="{630D3E0B-D1D7-4E1A-8193-515AA5E1866F}"/>
    <dgm:cxn modelId="{B7E70598-8F4A-4148-95D7-55FED52512A5}" srcId="{CF717C8A-B40B-4AFF-BF49-65ABB7DF8190}" destId="{77DD5A05-2046-43A7-B99A-A73525FC66A3}" srcOrd="0" destOrd="3" parTransId="{00CAB663-A73D-45DC-99B8-451AB1600921}" sibTransId="{2D48934F-47A5-4C56-80EE-6BE4B881E372}"/>
    <dgm:cxn modelId="{8E4BDB48-4654-4C1C-86E5-64905BFA7EFC}" srcId="{CF717C8A-B40B-4AFF-BF49-65ABB7DF8190}" destId="{048F5BC7-70F4-4178-81EF-04FFD4C31BBA}" srcOrd="1" destOrd="3" parTransId="{3B0ED226-21F0-4037-9D1C-437DDE9825B5}" sibTransId="{0A04507E-677D-41DD-B2E1-8A2A4699E625}"/>
    <dgm:cxn modelId="{7BDD7109-F1D6-45DF-9E68-DF69CEE5C8C7}" srcId="{47C757F0-AA23-46BE-9311-EA432CDEEAA1}" destId="{B7076A49-E62B-4C83-AE01-A69954AA5F11}" srcOrd="4" destOrd="0" parTransId="{262C8CFB-E1FD-453F-8153-687F5BD062B5}" sibTransId="{1AD8E1CD-E155-4E18-A892-2912B70964A7}"/>
    <dgm:cxn modelId="{1E3A2E63-D846-40DA-80D4-287BE8E911B7}" srcId="{47C757F0-AA23-46BE-9311-EA432CDEEAA1}" destId="{8216327F-98D2-4944-B3BD-3FDED6811FC6}" srcOrd="5" destOrd="0" parTransId="{AFA82AF3-9A7D-4EF7-90BF-FDD7AFA88926}" sibTransId="{A14F5D43-F062-4FD8-B427-DF9ACF856D58}"/>
    <dgm:cxn modelId="{D9D6E105-B1D7-4B7D-8636-D65862886589}" srcId="{8216327F-98D2-4944-B3BD-3FDED6811FC6}" destId="{780C0A81-2DBC-4700-AD76-CD8F9C77E43D}" srcOrd="0" destOrd="5" parTransId="{5E948EC8-6DBF-4B57-92A6-5102DF750C50}" sibTransId="{D666721D-F124-4413-9627-73FF289236BD}"/>
    <dgm:cxn modelId="{02AB0A76-9658-4D2C-96F1-9B2A23DAA49F}" srcId="{8216327F-98D2-4944-B3BD-3FDED6811FC6}" destId="{8DF0AE72-03A9-47BA-9FA4-845040F6C6D7}" srcOrd="1" destOrd="5" parTransId="{6361DC73-C5C8-4CD4-88CD-FCDCE18E1C82}" sibTransId="{D958CB91-29F6-4719-BF3C-73FBC82BF0B5}"/>
    <dgm:cxn modelId="{A0AFFED9-26F9-4470-BFDC-A53E35492CF5}" srcId="{8216327F-98D2-4944-B3BD-3FDED6811FC6}" destId="{7D8FE46B-D72F-4DCB-8BC7-D40261CDB9DC}" srcOrd="2" destOrd="5" parTransId="{CC9529A9-BCE8-4794-B443-A2EBC6D81A0B}" sibTransId="{F4174E65-83B4-47E2-A529-0175BFFBFA90}"/>
    <dgm:cxn modelId="{B50D39BC-436A-42E5-9966-F26FE95CBD5F}" type="presOf" srcId="{A77D31B3-3808-4FBA-8FA4-CC8D448A173E}" destId="{E498DC9C-C5AC-4482-A26F-3B99DC5D79F0}" srcOrd="0" destOrd="0" presId="urn:microsoft.com/office/officeart/2005/8/layout/orgChart1"/>
    <dgm:cxn modelId="{F7F2FCEC-482A-433C-9F15-6C96B79CF9D7}" type="presParOf" srcId="{E498DC9C-C5AC-4482-A26F-3B99DC5D79F0}" destId="{F728C3E8-5128-4BB6-90CC-A86769ECE335}" srcOrd="0" destOrd="0" presId="urn:microsoft.com/office/officeart/2005/8/layout/orgChart1"/>
    <dgm:cxn modelId="{A6A178AF-DCC4-44B7-88B9-976C42AED4F6}" type="presParOf" srcId="{F728C3E8-5128-4BB6-90CC-A86769ECE335}" destId="{79147750-B6BF-43FD-83A0-7ACDC9B53EFF}" srcOrd="0" destOrd="0" presId="urn:microsoft.com/office/officeart/2005/8/layout/orgChart1"/>
    <dgm:cxn modelId="{33B33840-C55C-406C-BC05-30162D57CE22}" type="presOf" srcId="{47C757F0-AA23-46BE-9311-EA432CDEEAA1}" destId="{79147750-B6BF-43FD-83A0-7ACDC9B53EFF}" srcOrd="0" destOrd="0" presId="urn:microsoft.com/office/officeart/2005/8/layout/orgChart1"/>
    <dgm:cxn modelId="{580A688C-4403-448C-B0DE-2D67465CAB1A}" type="presParOf" srcId="{79147750-B6BF-43FD-83A0-7ACDC9B53EFF}" destId="{AE79172D-D441-42BB-84EA-E3D989670DED}" srcOrd="0" destOrd="0" presId="urn:microsoft.com/office/officeart/2005/8/layout/orgChart1"/>
    <dgm:cxn modelId="{BC5E6A2D-9965-4D42-9EC1-FC5EEFCDF183}" type="presOf" srcId="{47C757F0-AA23-46BE-9311-EA432CDEEAA1}" destId="{AE79172D-D441-42BB-84EA-E3D989670DED}" srcOrd="0" destOrd="0" presId="urn:microsoft.com/office/officeart/2005/8/layout/orgChart1"/>
    <dgm:cxn modelId="{D22D7AD0-F8CD-48AC-A12A-EBBFAC53C55F}" type="presParOf" srcId="{79147750-B6BF-43FD-83A0-7ACDC9B53EFF}" destId="{86420519-308D-4A6A-8FEA-6FB2E39BA448}" srcOrd="1" destOrd="0" presId="urn:microsoft.com/office/officeart/2005/8/layout/orgChart1"/>
    <dgm:cxn modelId="{A898C09D-3256-4957-9790-472831CE8E3C}" type="presOf" srcId="{47C757F0-AA23-46BE-9311-EA432CDEEAA1}" destId="{86420519-308D-4A6A-8FEA-6FB2E39BA448}" srcOrd="0" destOrd="0" presId="urn:microsoft.com/office/officeart/2005/8/layout/orgChart1"/>
    <dgm:cxn modelId="{78FA5374-BC88-479D-A76C-C926E58D9EB3}" type="presParOf" srcId="{F728C3E8-5128-4BB6-90CC-A86769ECE335}" destId="{9A0FF10C-81C7-47CD-A320-768F2009480B}" srcOrd="1" destOrd="0" presId="urn:microsoft.com/office/officeart/2005/8/layout/orgChart1"/>
    <dgm:cxn modelId="{CAA643D2-316D-4CDB-9307-1A62374687F3}" type="presParOf" srcId="{9A0FF10C-81C7-47CD-A320-768F2009480B}" destId="{6A259130-4455-44E0-969B-948D1249687E}" srcOrd="0" destOrd="1" presId="urn:microsoft.com/office/officeart/2005/8/layout/orgChart1"/>
    <dgm:cxn modelId="{FFAD8466-118D-4F43-8785-DF4D30C444FA}" type="presOf" srcId="{EACD17F5-D793-4A43-B489-D1804D50CFEF}" destId="{6A259130-4455-44E0-969B-948D1249687E}" srcOrd="0" destOrd="0" presId="urn:microsoft.com/office/officeart/2005/8/layout/orgChart1"/>
    <dgm:cxn modelId="{33C98443-08BE-4657-8B40-21048CDB68E5}" type="presParOf" srcId="{9A0FF10C-81C7-47CD-A320-768F2009480B}" destId="{D6C5C065-A308-417C-8ECC-04FC2BEC646C}" srcOrd="1" destOrd="1" presId="urn:microsoft.com/office/officeart/2005/8/layout/orgChart1"/>
    <dgm:cxn modelId="{97DABE21-E0D6-4F3D-9F66-3623BF4C66A0}" type="presParOf" srcId="{D6C5C065-A308-417C-8ECC-04FC2BEC646C}" destId="{E36491EF-5019-46FD-BC82-1BD579B9EE0E}" srcOrd="0" destOrd="1" presId="urn:microsoft.com/office/officeart/2005/8/layout/orgChart1"/>
    <dgm:cxn modelId="{50BB8169-F99C-47A1-8EDE-4F72210325F3}" type="presOf" srcId="{12714FC6-8B41-47E5-91DD-F02D34D23B93}" destId="{E36491EF-5019-46FD-BC82-1BD579B9EE0E}" srcOrd="0" destOrd="0" presId="urn:microsoft.com/office/officeart/2005/8/layout/orgChart1"/>
    <dgm:cxn modelId="{36785A1C-D954-45F5-A768-ED69F40956F0}" type="presParOf" srcId="{E36491EF-5019-46FD-BC82-1BD579B9EE0E}" destId="{43B7C837-49D6-40CE-BBAB-953D9E4BA7ED}" srcOrd="0" destOrd="0" presId="urn:microsoft.com/office/officeart/2005/8/layout/orgChart1"/>
    <dgm:cxn modelId="{9BB40C85-E402-4851-8358-DDD4B57E9B29}" type="presOf" srcId="{12714FC6-8B41-47E5-91DD-F02D34D23B93}" destId="{43B7C837-49D6-40CE-BBAB-953D9E4BA7ED}" srcOrd="0" destOrd="0" presId="urn:microsoft.com/office/officeart/2005/8/layout/orgChart1"/>
    <dgm:cxn modelId="{C5FF8C88-948C-4DCE-ABC9-C0DF2284ECF8}" type="presParOf" srcId="{E36491EF-5019-46FD-BC82-1BD579B9EE0E}" destId="{9A037140-9B69-4B9F-A134-F2F2EB0F2E32}" srcOrd="1" destOrd="0" presId="urn:microsoft.com/office/officeart/2005/8/layout/orgChart1"/>
    <dgm:cxn modelId="{4E704DFC-22EE-4181-B9CA-1846CA1C863A}" type="presOf" srcId="{12714FC6-8B41-47E5-91DD-F02D34D23B93}" destId="{9A037140-9B69-4B9F-A134-F2F2EB0F2E32}" srcOrd="0" destOrd="0" presId="urn:microsoft.com/office/officeart/2005/8/layout/orgChart1"/>
    <dgm:cxn modelId="{08A7CEBF-B030-4784-A5FE-B8FFB706758F}" type="presParOf" srcId="{D6C5C065-A308-417C-8ECC-04FC2BEC646C}" destId="{FA37AA5D-87C2-47F6-9B72-B753C073E744}" srcOrd="1" destOrd="1" presId="urn:microsoft.com/office/officeart/2005/8/layout/orgChart1"/>
    <dgm:cxn modelId="{054CF9D5-38A4-4DC0-BB82-A8582B426A08}" type="presParOf" srcId="{FA37AA5D-87C2-47F6-9B72-B753C073E744}" destId="{DDA3B008-1810-4B75-A7FA-FA098D75BC64}" srcOrd="0" destOrd="1" presId="urn:microsoft.com/office/officeart/2005/8/layout/orgChart1"/>
    <dgm:cxn modelId="{EBDAA37F-9A7D-430A-827E-8A791215D4EB}" type="presOf" srcId="{8BEC1400-F841-4D1C-A6B3-6AA371310640}" destId="{DDA3B008-1810-4B75-A7FA-FA098D75BC64}" srcOrd="0" destOrd="0" presId="urn:microsoft.com/office/officeart/2005/8/layout/orgChart1"/>
    <dgm:cxn modelId="{0E10D05B-B74D-402F-AFE6-3CEB58394B32}" type="presParOf" srcId="{FA37AA5D-87C2-47F6-9B72-B753C073E744}" destId="{0F65A717-D290-4D4D-B27B-E898AA80C4EB}" srcOrd="1" destOrd="1" presId="urn:microsoft.com/office/officeart/2005/8/layout/orgChart1"/>
    <dgm:cxn modelId="{AB82FE4F-62EE-4C83-B5C4-4AAD463A4041}" type="presParOf" srcId="{0F65A717-D290-4D4D-B27B-E898AA80C4EB}" destId="{ACCB0BC7-4258-46DC-93AC-BEC3766011C2}" srcOrd="0" destOrd="1" presId="urn:microsoft.com/office/officeart/2005/8/layout/orgChart1"/>
    <dgm:cxn modelId="{25318D44-58A4-4387-B912-1D65857E1CF3}" type="presOf" srcId="{F4303F82-398A-4D96-A3BA-8C0F002008AA}" destId="{ACCB0BC7-4258-46DC-93AC-BEC3766011C2}" srcOrd="0" destOrd="0" presId="urn:microsoft.com/office/officeart/2005/8/layout/orgChart1"/>
    <dgm:cxn modelId="{ED0EF24D-877B-4FF9-BC50-608CD9ED1563}" type="presParOf" srcId="{ACCB0BC7-4258-46DC-93AC-BEC3766011C2}" destId="{1EA9785F-A648-4DBF-9A8F-618A047F11B6}" srcOrd="0" destOrd="0" presId="urn:microsoft.com/office/officeart/2005/8/layout/orgChart1"/>
    <dgm:cxn modelId="{A19F5EF8-11E0-4345-8FFF-0CBD0A7B31E6}" type="presOf" srcId="{F4303F82-398A-4D96-A3BA-8C0F002008AA}" destId="{1EA9785F-A648-4DBF-9A8F-618A047F11B6}" srcOrd="0" destOrd="0" presId="urn:microsoft.com/office/officeart/2005/8/layout/orgChart1"/>
    <dgm:cxn modelId="{BFB54F9B-967C-45FE-A5D3-7AFA14DCA164}" type="presParOf" srcId="{ACCB0BC7-4258-46DC-93AC-BEC3766011C2}" destId="{212BE91F-E816-46F5-A7AF-0EBAD49AF967}" srcOrd="1" destOrd="0" presId="urn:microsoft.com/office/officeart/2005/8/layout/orgChart1"/>
    <dgm:cxn modelId="{8D8F2CAC-E473-48AB-8330-15DB888FC9C4}" type="presOf" srcId="{F4303F82-398A-4D96-A3BA-8C0F002008AA}" destId="{212BE91F-E816-46F5-A7AF-0EBAD49AF967}" srcOrd="0" destOrd="0" presId="urn:microsoft.com/office/officeart/2005/8/layout/orgChart1"/>
    <dgm:cxn modelId="{F1694B6D-2DEA-4CCA-864D-C9A1F9C4925C}" type="presParOf" srcId="{0F65A717-D290-4D4D-B27B-E898AA80C4EB}" destId="{2E3600E9-DABB-4627-A8F4-6B4DBBD460BC}" srcOrd="1" destOrd="1" presId="urn:microsoft.com/office/officeart/2005/8/layout/orgChart1"/>
    <dgm:cxn modelId="{7E540939-B4B8-4318-8496-E55320D24D2B}" type="presParOf" srcId="{0F65A717-D290-4D4D-B27B-E898AA80C4EB}" destId="{71C63F6E-10DC-4D89-9B75-4266B019B6D5}" srcOrd="2" destOrd="1" presId="urn:microsoft.com/office/officeart/2005/8/layout/orgChart1"/>
    <dgm:cxn modelId="{BF069481-395A-49E6-BEE8-E774BB2D4E60}" type="presParOf" srcId="{FA37AA5D-87C2-47F6-9B72-B753C073E744}" destId="{A9AC65A2-F786-49C0-8244-8C60A3EE240D}" srcOrd="2" destOrd="1" presId="urn:microsoft.com/office/officeart/2005/8/layout/orgChart1"/>
    <dgm:cxn modelId="{EDDF4643-3E30-44E7-808D-12AAD0A4C78E}" type="presOf" srcId="{7ABC6AFE-BACB-4FF1-8932-B75E3114D635}" destId="{A9AC65A2-F786-49C0-8244-8C60A3EE240D}" srcOrd="0" destOrd="0" presId="urn:microsoft.com/office/officeart/2005/8/layout/orgChart1"/>
    <dgm:cxn modelId="{03524811-586D-44D7-97AB-47DDB0DD9ECD}" type="presParOf" srcId="{FA37AA5D-87C2-47F6-9B72-B753C073E744}" destId="{7917DBF1-C30E-4707-B54A-38803EBCE82F}" srcOrd="3" destOrd="1" presId="urn:microsoft.com/office/officeart/2005/8/layout/orgChart1"/>
    <dgm:cxn modelId="{C6561E3D-1418-437B-B372-43448FD46181}" type="presParOf" srcId="{7917DBF1-C30E-4707-B54A-38803EBCE82F}" destId="{5213DC0A-AC02-44FF-A384-6C857DDB1198}" srcOrd="0" destOrd="3" presId="urn:microsoft.com/office/officeart/2005/8/layout/orgChart1"/>
    <dgm:cxn modelId="{DF06274D-34C7-44F1-84FA-6B3028B3BE7E}" type="presOf" srcId="{003AD6C6-3108-48D2-BE27-802A9ABBEC89}" destId="{5213DC0A-AC02-44FF-A384-6C857DDB1198}" srcOrd="0" destOrd="0" presId="urn:microsoft.com/office/officeart/2005/8/layout/orgChart1"/>
    <dgm:cxn modelId="{270561CE-4B36-4A25-93BD-EBF4D8FE6E38}" type="presParOf" srcId="{5213DC0A-AC02-44FF-A384-6C857DDB1198}" destId="{C3EA0B1B-F86D-475E-92C5-D59F577B5A64}" srcOrd="0" destOrd="0" presId="urn:microsoft.com/office/officeart/2005/8/layout/orgChart1"/>
    <dgm:cxn modelId="{54455CAF-DF07-4364-A992-8988796FE2AC}" type="presOf" srcId="{003AD6C6-3108-48D2-BE27-802A9ABBEC89}" destId="{C3EA0B1B-F86D-475E-92C5-D59F577B5A64}" srcOrd="0" destOrd="0" presId="urn:microsoft.com/office/officeart/2005/8/layout/orgChart1"/>
    <dgm:cxn modelId="{75BA2F77-9936-473A-B065-9CF6EF53FD32}" type="presParOf" srcId="{5213DC0A-AC02-44FF-A384-6C857DDB1198}" destId="{AFF5FA03-A773-4312-83CB-7A18434CF6FC}" srcOrd="1" destOrd="0" presId="urn:microsoft.com/office/officeart/2005/8/layout/orgChart1"/>
    <dgm:cxn modelId="{D9F9BA6D-D9A5-4AA4-81E7-3C773200F144}" type="presOf" srcId="{003AD6C6-3108-48D2-BE27-802A9ABBEC89}" destId="{AFF5FA03-A773-4312-83CB-7A18434CF6FC}" srcOrd="0" destOrd="0" presId="urn:microsoft.com/office/officeart/2005/8/layout/orgChart1"/>
    <dgm:cxn modelId="{613CC78C-2365-4102-A10A-7D8517A6E142}" type="presParOf" srcId="{7917DBF1-C30E-4707-B54A-38803EBCE82F}" destId="{9D519E87-35EF-489B-AB74-35985758F061}" srcOrd="1" destOrd="3" presId="urn:microsoft.com/office/officeart/2005/8/layout/orgChart1"/>
    <dgm:cxn modelId="{35A27963-C22B-4988-A949-7268F7669C2E}" type="presParOf" srcId="{7917DBF1-C30E-4707-B54A-38803EBCE82F}" destId="{6CF54EBF-D950-498F-868E-43AB89766C87}" srcOrd="2" destOrd="3" presId="urn:microsoft.com/office/officeart/2005/8/layout/orgChart1"/>
    <dgm:cxn modelId="{E20813E3-9ADC-4A3B-A921-E8969C362230}" type="presParOf" srcId="{D6C5C065-A308-417C-8ECC-04FC2BEC646C}" destId="{A7309641-2A58-41EA-9E42-56812CF298ED}" srcOrd="2" destOrd="1" presId="urn:microsoft.com/office/officeart/2005/8/layout/orgChart1"/>
    <dgm:cxn modelId="{689046C8-F38C-48C3-95B0-8ED2EC499D2C}" type="presParOf" srcId="{9A0FF10C-81C7-47CD-A320-768F2009480B}" destId="{F492B679-3C8C-4E72-95A8-8B81298826E7}" srcOrd="2" destOrd="1" presId="urn:microsoft.com/office/officeart/2005/8/layout/orgChart1"/>
    <dgm:cxn modelId="{40769F03-7C01-4796-9C50-3EE1B5E8665B}" type="presOf" srcId="{8D5FB264-0A5C-4C3A-85B7-453D9BD837DF}" destId="{F492B679-3C8C-4E72-95A8-8B81298826E7}" srcOrd="0" destOrd="0" presId="urn:microsoft.com/office/officeart/2005/8/layout/orgChart1"/>
    <dgm:cxn modelId="{14A91EC4-117E-4919-805A-01DAFA88B18A}" type="presParOf" srcId="{9A0FF10C-81C7-47CD-A320-768F2009480B}" destId="{C6F584B9-7EA2-46D8-913B-8F508509ECAB}" srcOrd="3" destOrd="1" presId="urn:microsoft.com/office/officeart/2005/8/layout/orgChart1"/>
    <dgm:cxn modelId="{72781A15-7525-4133-803D-4094F8BBDA66}" type="presParOf" srcId="{C6F584B9-7EA2-46D8-913B-8F508509ECAB}" destId="{6CAD9CE6-86A1-4F7D-98A6-3AF53F55F9E3}" srcOrd="0" destOrd="3" presId="urn:microsoft.com/office/officeart/2005/8/layout/orgChart1"/>
    <dgm:cxn modelId="{B8FD3194-8272-4BA2-9C95-939DBF40073F}" type="presOf" srcId="{4EC42421-831D-4CD3-8215-2AF4300F9C01}" destId="{6CAD9CE6-86A1-4F7D-98A6-3AF53F55F9E3}" srcOrd="0" destOrd="0" presId="urn:microsoft.com/office/officeart/2005/8/layout/orgChart1"/>
    <dgm:cxn modelId="{289DD919-30CB-4D9E-990B-65F759E07A48}" type="presParOf" srcId="{6CAD9CE6-86A1-4F7D-98A6-3AF53F55F9E3}" destId="{08A0D1D2-3A20-4D63-8E35-B7C8B6B16D48}" srcOrd="0" destOrd="0" presId="urn:microsoft.com/office/officeart/2005/8/layout/orgChart1"/>
    <dgm:cxn modelId="{E6420DCC-B558-48BF-BB4A-4171191F9E11}" type="presOf" srcId="{4EC42421-831D-4CD3-8215-2AF4300F9C01}" destId="{08A0D1D2-3A20-4D63-8E35-B7C8B6B16D48}" srcOrd="0" destOrd="0" presId="urn:microsoft.com/office/officeart/2005/8/layout/orgChart1"/>
    <dgm:cxn modelId="{272D5838-5D0C-4013-B00C-24F75651AD58}" type="presParOf" srcId="{6CAD9CE6-86A1-4F7D-98A6-3AF53F55F9E3}" destId="{6238C53E-A961-488B-8FBD-6EC13507B069}" srcOrd="1" destOrd="0" presId="urn:microsoft.com/office/officeart/2005/8/layout/orgChart1"/>
    <dgm:cxn modelId="{7128E09C-63A0-44CA-86FE-8C8E92EBB7BD}" type="presOf" srcId="{4EC42421-831D-4CD3-8215-2AF4300F9C01}" destId="{6238C53E-A961-488B-8FBD-6EC13507B069}" srcOrd="0" destOrd="0" presId="urn:microsoft.com/office/officeart/2005/8/layout/orgChart1"/>
    <dgm:cxn modelId="{AB429EE6-DB1D-4523-A583-BC42F7F3159D}" type="presParOf" srcId="{C6F584B9-7EA2-46D8-913B-8F508509ECAB}" destId="{A9C46FD3-3BE9-4E6E-BFF6-B0B42B13F857}" srcOrd="1" destOrd="3" presId="urn:microsoft.com/office/officeart/2005/8/layout/orgChart1"/>
    <dgm:cxn modelId="{CE489EC8-34B4-4B1D-BFED-1E255030E36A}" type="presParOf" srcId="{C6F584B9-7EA2-46D8-913B-8F508509ECAB}" destId="{A663BBFB-A120-4F5B-82EC-DB644DB9966B}" srcOrd="2" destOrd="3" presId="urn:microsoft.com/office/officeart/2005/8/layout/orgChart1"/>
    <dgm:cxn modelId="{4EA7D363-C75E-4AC6-BC79-9398512B80CC}" type="presParOf" srcId="{9A0FF10C-81C7-47CD-A320-768F2009480B}" destId="{AB3A8128-6C86-49B7-B5CC-0153888815E5}" srcOrd="4" destOrd="1" presId="urn:microsoft.com/office/officeart/2005/8/layout/orgChart1"/>
    <dgm:cxn modelId="{EBE122D7-88E6-4E63-80C3-B1E1902FA8B2}" type="presOf" srcId="{CCF68ADE-40B6-47D0-93C1-88EC13ADC8AC}" destId="{AB3A8128-6C86-49B7-B5CC-0153888815E5}" srcOrd="0" destOrd="0" presId="urn:microsoft.com/office/officeart/2005/8/layout/orgChart1"/>
    <dgm:cxn modelId="{A5EB84B0-BB65-445B-8035-FFA2F48E6DE0}" type="presParOf" srcId="{9A0FF10C-81C7-47CD-A320-768F2009480B}" destId="{1A917F9A-DDE6-4568-B35C-7FABCEF0A586}" srcOrd="5" destOrd="1" presId="urn:microsoft.com/office/officeart/2005/8/layout/orgChart1"/>
    <dgm:cxn modelId="{0A405D8D-A13D-40F8-8DA6-D2D76B520C21}" type="presParOf" srcId="{1A917F9A-DDE6-4568-B35C-7FABCEF0A586}" destId="{FA949B67-3DB7-47FA-97C9-4A653E762F22}" srcOrd="0" destOrd="5" presId="urn:microsoft.com/office/officeart/2005/8/layout/orgChart1"/>
    <dgm:cxn modelId="{CAB0A9A3-1ED5-4B58-A316-748AF6E57518}" type="presOf" srcId="{CF717C8A-B40B-4AFF-BF49-65ABB7DF8190}" destId="{FA949B67-3DB7-47FA-97C9-4A653E762F22}" srcOrd="0" destOrd="0" presId="urn:microsoft.com/office/officeart/2005/8/layout/orgChart1"/>
    <dgm:cxn modelId="{1034AAB4-0E86-48A2-918F-2C0CC7B5EDF0}" type="presParOf" srcId="{FA949B67-3DB7-47FA-97C9-4A653E762F22}" destId="{7D64F4A3-0E55-47AC-A59B-9D5A9DC25552}" srcOrd="0" destOrd="0" presId="urn:microsoft.com/office/officeart/2005/8/layout/orgChart1"/>
    <dgm:cxn modelId="{624970AA-AF61-46F2-8ACF-80519CF185B9}" type="presOf" srcId="{CF717C8A-B40B-4AFF-BF49-65ABB7DF8190}" destId="{7D64F4A3-0E55-47AC-A59B-9D5A9DC25552}" srcOrd="0" destOrd="0" presId="urn:microsoft.com/office/officeart/2005/8/layout/orgChart1"/>
    <dgm:cxn modelId="{900E0EDB-2E19-49C1-AD84-2BA1A83ED125}" type="presParOf" srcId="{FA949B67-3DB7-47FA-97C9-4A653E762F22}" destId="{5667CB49-EC34-46BC-AD2D-72F3BD95D049}" srcOrd="1" destOrd="0" presId="urn:microsoft.com/office/officeart/2005/8/layout/orgChart1"/>
    <dgm:cxn modelId="{06151BFB-0352-43CA-B6A8-A2C1E8E8E135}" type="presOf" srcId="{CF717C8A-B40B-4AFF-BF49-65ABB7DF8190}" destId="{5667CB49-EC34-46BC-AD2D-72F3BD95D049}" srcOrd="0" destOrd="0" presId="urn:microsoft.com/office/officeart/2005/8/layout/orgChart1"/>
    <dgm:cxn modelId="{56F80CF8-6113-4171-88C5-08215C29C917}" type="presParOf" srcId="{1A917F9A-DDE6-4568-B35C-7FABCEF0A586}" destId="{EB3A10DA-2FA4-4DAD-8341-8078D7F83716}" srcOrd="1" destOrd="5" presId="urn:microsoft.com/office/officeart/2005/8/layout/orgChart1"/>
    <dgm:cxn modelId="{3259B3EF-D8F3-4FF0-909F-40754E1E241C}" type="presParOf" srcId="{EB3A10DA-2FA4-4DAD-8341-8078D7F83716}" destId="{FF576E08-8C47-4499-95F0-5F269F625A0E}" srcOrd="0" destOrd="1" presId="urn:microsoft.com/office/officeart/2005/8/layout/orgChart1"/>
    <dgm:cxn modelId="{9D348464-327B-4A52-8C18-E4312374169C}" type="presOf" srcId="{00CAB663-A73D-45DC-99B8-451AB1600921}" destId="{FF576E08-8C47-4499-95F0-5F269F625A0E}" srcOrd="0" destOrd="0" presId="urn:microsoft.com/office/officeart/2005/8/layout/orgChart1"/>
    <dgm:cxn modelId="{A7E2544B-A8C6-42D8-ADF7-14360BD80D6C}" type="presParOf" srcId="{EB3A10DA-2FA4-4DAD-8341-8078D7F83716}" destId="{ADB62742-E599-4D50-B59E-A2E20713D6B7}" srcOrd="1" destOrd="1" presId="urn:microsoft.com/office/officeart/2005/8/layout/orgChart1"/>
    <dgm:cxn modelId="{FE0F4704-B697-4D63-8715-52A9FE6C9E3F}" type="presParOf" srcId="{ADB62742-E599-4D50-B59E-A2E20713D6B7}" destId="{7A5B2F55-7BA2-49E2-ADAD-DC3D1E7C2787}" srcOrd="0" destOrd="1" presId="urn:microsoft.com/office/officeart/2005/8/layout/orgChart1"/>
    <dgm:cxn modelId="{F8BC17A8-1884-4842-95D0-6761E5A5C692}" type="presOf" srcId="{77DD5A05-2046-43A7-B99A-A73525FC66A3}" destId="{7A5B2F55-7BA2-49E2-ADAD-DC3D1E7C2787}" srcOrd="0" destOrd="0" presId="urn:microsoft.com/office/officeart/2005/8/layout/orgChart1"/>
    <dgm:cxn modelId="{81557342-A5F7-4510-AD2C-C71A5FB32DCD}" type="presParOf" srcId="{7A5B2F55-7BA2-49E2-ADAD-DC3D1E7C2787}" destId="{C540471B-A658-4D33-B0F0-26C908B292C1}" srcOrd="0" destOrd="0" presId="urn:microsoft.com/office/officeart/2005/8/layout/orgChart1"/>
    <dgm:cxn modelId="{3FA3ED82-D400-403A-B129-F2D156D8FE48}" type="presOf" srcId="{77DD5A05-2046-43A7-B99A-A73525FC66A3}" destId="{C540471B-A658-4D33-B0F0-26C908B292C1}" srcOrd="0" destOrd="0" presId="urn:microsoft.com/office/officeart/2005/8/layout/orgChart1"/>
    <dgm:cxn modelId="{FBC44B51-3DB0-4C7B-8486-D3F52A51DD07}" type="presParOf" srcId="{7A5B2F55-7BA2-49E2-ADAD-DC3D1E7C2787}" destId="{8EAC9AED-D539-4519-BD3B-CF9E2A0F0DE7}" srcOrd="1" destOrd="0" presId="urn:microsoft.com/office/officeart/2005/8/layout/orgChart1"/>
    <dgm:cxn modelId="{0515781F-E5CB-4A7A-899A-665FE3338CFD}" type="presOf" srcId="{77DD5A05-2046-43A7-B99A-A73525FC66A3}" destId="{8EAC9AED-D539-4519-BD3B-CF9E2A0F0DE7}" srcOrd="0" destOrd="0" presId="urn:microsoft.com/office/officeart/2005/8/layout/orgChart1"/>
    <dgm:cxn modelId="{B3381298-EA18-4D68-AEDB-B5B20A532D61}" type="presParOf" srcId="{ADB62742-E599-4D50-B59E-A2E20713D6B7}" destId="{EEB3480E-537E-424F-903C-3B45AEB0D370}" srcOrd="1" destOrd="1" presId="urn:microsoft.com/office/officeart/2005/8/layout/orgChart1"/>
    <dgm:cxn modelId="{30C061A3-EEFE-4EC7-87B7-A6426CD7103C}" type="presParOf" srcId="{ADB62742-E599-4D50-B59E-A2E20713D6B7}" destId="{F170B35B-C55F-4AD6-A0B4-F23E791B2B31}" srcOrd="2" destOrd="1" presId="urn:microsoft.com/office/officeart/2005/8/layout/orgChart1"/>
    <dgm:cxn modelId="{B48411B8-789C-4D3F-93E5-AFE070CCFF6B}" type="presParOf" srcId="{EB3A10DA-2FA4-4DAD-8341-8078D7F83716}" destId="{7CFACE62-FE3D-400D-B449-19665DEB69C4}" srcOrd="2" destOrd="1" presId="urn:microsoft.com/office/officeart/2005/8/layout/orgChart1"/>
    <dgm:cxn modelId="{B7D61712-5ED3-4447-9A8F-A8B7B0B133EE}" type="presOf" srcId="{3B0ED226-21F0-4037-9D1C-437DDE9825B5}" destId="{7CFACE62-FE3D-400D-B449-19665DEB69C4}" srcOrd="0" destOrd="0" presId="urn:microsoft.com/office/officeart/2005/8/layout/orgChart1"/>
    <dgm:cxn modelId="{A726594B-E260-4D7D-853C-293522B76CE4}" type="presParOf" srcId="{EB3A10DA-2FA4-4DAD-8341-8078D7F83716}" destId="{757EE07A-87A8-41F4-A38E-9EF90591211F}" srcOrd="3" destOrd="1" presId="urn:microsoft.com/office/officeart/2005/8/layout/orgChart1"/>
    <dgm:cxn modelId="{D6CBEE75-CFA7-48E4-B86A-DFB1CBB525E0}" type="presParOf" srcId="{757EE07A-87A8-41F4-A38E-9EF90591211F}" destId="{32FC8BFD-A31C-41F9-8299-14A32DD5BB8B}" srcOrd="0" destOrd="3" presId="urn:microsoft.com/office/officeart/2005/8/layout/orgChart1"/>
    <dgm:cxn modelId="{EFC47C79-8BCD-4BCA-B399-B5B61D940161}" type="presOf" srcId="{048F5BC7-70F4-4178-81EF-04FFD4C31BBA}" destId="{32FC8BFD-A31C-41F9-8299-14A32DD5BB8B}" srcOrd="0" destOrd="0" presId="urn:microsoft.com/office/officeart/2005/8/layout/orgChart1"/>
    <dgm:cxn modelId="{794EAB7C-3354-4C50-98EA-EDCB4B7E1212}" type="presParOf" srcId="{32FC8BFD-A31C-41F9-8299-14A32DD5BB8B}" destId="{DA16B34D-CEE4-4870-9110-396944C6534A}" srcOrd="0" destOrd="0" presId="urn:microsoft.com/office/officeart/2005/8/layout/orgChart1"/>
    <dgm:cxn modelId="{82B92B75-2E53-478A-B9B9-14BDF6C30B5D}" type="presOf" srcId="{048F5BC7-70F4-4178-81EF-04FFD4C31BBA}" destId="{DA16B34D-CEE4-4870-9110-396944C6534A}" srcOrd="0" destOrd="0" presId="urn:microsoft.com/office/officeart/2005/8/layout/orgChart1"/>
    <dgm:cxn modelId="{2B90566B-E2B9-4AA0-BE20-00999D71BCA0}" type="presParOf" srcId="{32FC8BFD-A31C-41F9-8299-14A32DD5BB8B}" destId="{246409DD-B3D4-4517-BB95-56B7BF35D09E}" srcOrd="1" destOrd="0" presId="urn:microsoft.com/office/officeart/2005/8/layout/orgChart1"/>
    <dgm:cxn modelId="{6C9B2EA9-7526-4AB0-A0E3-BB894F282C90}" type="presOf" srcId="{048F5BC7-70F4-4178-81EF-04FFD4C31BBA}" destId="{246409DD-B3D4-4517-BB95-56B7BF35D09E}" srcOrd="0" destOrd="0" presId="urn:microsoft.com/office/officeart/2005/8/layout/orgChart1"/>
    <dgm:cxn modelId="{2664CD54-5D02-4790-AADF-03827EB59717}" type="presParOf" srcId="{757EE07A-87A8-41F4-A38E-9EF90591211F}" destId="{2ACAD649-4B6A-442E-8BB0-15E814C9A0C6}" srcOrd="1" destOrd="3" presId="urn:microsoft.com/office/officeart/2005/8/layout/orgChart1"/>
    <dgm:cxn modelId="{EBF8C471-E2FB-4B32-A6A2-8015FE632B18}" type="presParOf" srcId="{757EE07A-87A8-41F4-A38E-9EF90591211F}" destId="{2F5A1C07-3EC1-4DFF-AD2C-673E5106A947}" srcOrd="2" destOrd="3" presId="urn:microsoft.com/office/officeart/2005/8/layout/orgChart1"/>
    <dgm:cxn modelId="{B59C5C45-8986-4514-BB44-00845C413963}" type="presParOf" srcId="{1A917F9A-DDE6-4568-B35C-7FABCEF0A586}" destId="{B05C5608-85C8-433E-A928-1755312B673B}" srcOrd="2" destOrd="5" presId="urn:microsoft.com/office/officeart/2005/8/layout/orgChart1"/>
    <dgm:cxn modelId="{95407035-702C-4A13-9DBD-BBE5F8A1F486}" type="presParOf" srcId="{9A0FF10C-81C7-47CD-A320-768F2009480B}" destId="{EC236B16-CB99-4E59-8839-0907597C20B3}" srcOrd="6" destOrd="1" presId="urn:microsoft.com/office/officeart/2005/8/layout/orgChart1"/>
    <dgm:cxn modelId="{33441EBD-6DB9-4684-960E-D8E885DA9751}" type="presOf" srcId="{262C8CFB-E1FD-453F-8153-687F5BD062B5}" destId="{EC236B16-CB99-4E59-8839-0907597C20B3}" srcOrd="0" destOrd="0" presId="urn:microsoft.com/office/officeart/2005/8/layout/orgChart1"/>
    <dgm:cxn modelId="{BC199D80-A0A4-473B-952C-376893BC66F2}" type="presParOf" srcId="{9A0FF10C-81C7-47CD-A320-768F2009480B}" destId="{6CA842A4-B084-498F-A7E6-39456C54E3B6}" srcOrd="7" destOrd="1" presId="urn:microsoft.com/office/officeart/2005/8/layout/orgChart1"/>
    <dgm:cxn modelId="{DDEB24C9-EE78-423B-9D4B-A3D1732E83C5}" type="presParOf" srcId="{6CA842A4-B084-498F-A7E6-39456C54E3B6}" destId="{FE0CEDF7-4712-4C27-99B3-3DFA10793475}" srcOrd="0" destOrd="7" presId="urn:microsoft.com/office/officeart/2005/8/layout/orgChart1"/>
    <dgm:cxn modelId="{17F4EB83-E9C5-44E7-8C35-04DCF72EF029}" type="presOf" srcId="{B7076A49-E62B-4C83-AE01-A69954AA5F11}" destId="{FE0CEDF7-4712-4C27-99B3-3DFA10793475}" srcOrd="0" destOrd="0" presId="urn:microsoft.com/office/officeart/2005/8/layout/orgChart1"/>
    <dgm:cxn modelId="{A4C7ECC6-97DD-47E1-A63A-2DAFBCB6B236}" type="presParOf" srcId="{FE0CEDF7-4712-4C27-99B3-3DFA10793475}" destId="{F1C5BF97-3C0D-4A9F-ABB4-40FBA7DADDD0}" srcOrd="0" destOrd="0" presId="urn:microsoft.com/office/officeart/2005/8/layout/orgChart1"/>
    <dgm:cxn modelId="{4291FA9C-41B9-41C4-BC0A-9CAC5717DDDF}" type="presOf" srcId="{B7076A49-E62B-4C83-AE01-A69954AA5F11}" destId="{F1C5BF97-3C0D-4A9F-ABB4-40FBA7DADDD0}" srcOrd="0" destOrd="0" presId="urn:microsoft.com/office/officeart/2005/8/layout/orgChart1"/>
    <dgm:cxn modelId="{E50E86B3-FD9F-422B-B8AE-B3A3E2D2865B}" type="presParOf" srcId="{FE0CEDF7-4712-4C27-99B3-3DFA10793475}" destId="{8DDE63CD-DABA-4387-8190-1FEE9D0C0BE9}" srcOrd="1" destOrd="0" presId="urn:microsoft.com/office/officeart/2005/8/layout/orgChart1"/>
    <dgm:cxn modelId="{B6B30C0E-D3AB-4297-B629-83D60A202A2E}" type="presOf" srcId="{B7076A49-E62B-4C83-AE01-A69954AA5F11}" destId="{8DDE63CD-DABA-4387-8190-1FEE9D0C0BE9}" srcOrd="0" destOrd="0" presId="urn:microsoft.com/office/officeart/2005/8/layout/orgChart1"/>
    <dgm:cxn modelId="{5200BDAF-EB09-4698-9759-51BF1D8BD52E}" type="presParOf" srcId="{6CA842A4-B084-498F-A7E6-39456C54E3B6}" destId="{84A9C8DF-0FE9-4156-973C-465677ED57B1}" srcOrd="1" destOrd="7" presId="urn:microsoft.com/office/officeart/2005/8/layout/orgChart1"/>
    <dgm:cxn modelId="{147F09F5-7FD6-4FDE-BC24-DF34FF338B78}" type="presParOf" srcId="{6CA842A4-B084-498F-A7E6-39456C54E3B6}" destId="{5C2E1FAF-7E74-4B82-AC05-C9254E750C38}" srcOrd="2" destOrd="7" presId="urn:microsoft.com/office/officeart/2005/8/layout/orgChart1"/>
    <dgm:cxn modelId="{ECAA7760-27C0-4A25-AC55-99CCE70D7104}" type="presParOf" srcId="{9A0FF10C-81C7-47CD-A320-768F2009480B}" destId="{226D1D7E-DFA2-4396-96EE-028084249354}" srcOrd="8" destOrd="1" presId="urn:microsoft.com/office/officeart/2005/8/layout/orgChart1"/>
    <dgm:cxn modelId="{8687C4DE-A132-477A-8899-186F25F54121}" type="presOf" srcId="{AFA82AF3-9A7D-4EF7-90BF-FDD7AFA88926}" destId="{226D1D7E-DFA2-4396-96EE-028084249354}" srcOrd="0" destOrd="0" presId="urn:microsoft.com/office/officeart/2005/8/layout/orgChart1"/>
    <dgm:cxn modelId="{62CC7F66-24C3-4496-BD18-7C8AF18D2C62}" type="presParOf" srcId="{9A0FF10C-81C7-47CD-A320-768F2009480B}" destId="{91209B13-76B0-403F-A23C-DE8A3E9C663F}" srcOrd="9" destOrd="1" presId="urn:microsoft.com/office/officeart/2005/8/layout/orgChart1"/>
    <dgm:cxn modelId="{153787B7-E0A3-4282-BBAC-9A68AACD81F8}" type="presParOf" srcId="{91209B13-76B0-403F-A23C-DE8A3E9C663F}" destId="{936DC499-5F0A-495D-950B-A78D09814B3E}" srcOrd="0" destOrd="9" presId="urn:microsoft.com/office/officeart/2005/8/layout/orgChart1"/>
    <dgm:cxn modelId="{9277FB15-FC9F-4E7B-BF20-56344EAA5DAF}" type="presOf" srcId="{8216327F-98D2-4944-B3BD-3FDED6811FC6}" destId="{936DC499-5F0A-495D-950B-A78D09814B3E}" srcOrd="0" destOrd="0" presId="urn:microsoft.com/office/officeart/2005/8/layout/orgChart1"/>
    <dgm:cxn modelId="{65A910F6-B8FF-478E-8E1C-EA3C73DB925D}" type="presParOf" srcId="{936DC499-5F0A-495D-950B-A78D09814B3E}" destId="{2470FA0C-ADE0-4293-B00C-B9A5B8CFDCD5}" srcOrd="0" destOrd="0" presId="urn:microsoft.com/office/officeart/2005/8/layout/orgChart1"/>
    <dgm:cxn modelId="{6D5FBF4F-DF22-441D-A2AB-CB05D79F68ED}" type="presOf" srcId="{8216327F-98D2-4944-B3BD-3FDED6811FC6}" destId="{2470FA0C-ADE0-4293-B00C-B9A5B8CFDCD5}" srcOrd="0" destOrd="0" presId="urn:microsoft.com/office/officeart/2005/8/layout/orgChart1"/>
    <dgm:cxn modelId="{CA8BAE49-1F10-4946-AE28-E3B099E5E279}" type="presParOf" srcId="{936DC499-5F0A-495D-950B-A78D09814B3E}" destId="{5541689E-434D-439B-9E6F-C748F7029EB8}" srcOrd="1" destOrd="0" presId="urn:microsoft.com/office/officeart/2005/8/layout/orgChart1"/>
    <dgm:cxn modelId="{96D5F53C-2521-4A05-98E8-714644189F37}" type="presOf" srcId="{8216327F-98D2-4944-B3BD-3FDED6811FC6}" destId="{5541689E-434D-439B-9E6F-C748F7029EB8}" srcOrd="0" destOrd="0" presId="urn:microsoft.com/office/officeart/2005/8/layout/orgChart1"/>
    <dgm:cxn modelId="{89CB1B05-E60C-45A0-92F6-DA4BD3014B67}" type="presParOf" srcId="{91209B13-76B0-403F-A23C-DE8A3E9C663F}" destId="{79E68412-8FE1-4DE9-B580-716D229BDBF8}" srcOrd="1" destOrd="9" presId="urn:microsoft.com/office/officeart/2005/8/layout/orgChart1"/>
    <dgm:cxn modelId="{801C13AA-01D0-49A9-9F7D-2FF188344A46}" type="presParOf" srcId="{79E68412-8FE1-4DE9-B580-716D229BDBF8}" destId="{41D24ED1-9E48-46F8-A82A-D917816B3F6C}" srcOrd="0" destOrd="1" presId="urn:microsoft.com/office/officeart/2005/8/layout/orgChart1"/>
    <dgm:cxn modelId="{8FA8955D-8BB5-4051-985D-A02AFDE56348}" type="presOf" srcId="{5E948EC8-6DBF-4B57-92A6-5102DF750C50}" destId="{41D24ED1-9E48-46F8-A82A-D917816B3F6C}" srcOrd="0" destOrd="0" presId="urn:microsoft.com/office/officeart/2005/8/layout/orgChart1"/>
    <dgm:cxn modelId="{2B0ECDB3-02E1-4ACE-B467-369152C4097B}" type="presParOf" srcId="{79E68412-8FE1-4DE9-B580-716D229BDBF8}" destId="{B0E4DF5B-1059-43F0-9AE2-F93F8CCAB6E9}" srcOrd="1" destOrd="1" presId="urn:microsoft.com/office/officeart/2005/8/layout/orgChart1"/>
    <dgm:cxn modelId="{4CDEB8B3-61C7-4AB2-A59A-17F8CF90EF20}" type="presParOf" srcId="{B0E4DF5B-1059-43F0-9AE2-F93F8CCAB6E9}" destId="{92208733-9E90-4EBA-A317-2CCBF2CC6DAA}" srcOrd="0" destOrd="1" presId="urn:microsoft.com/office/officeart/2005/8/layout/orgChart1"/>
    <dgm:cxn modelId="{90585B75-CB0F-47EA-AA15-528A3AD97229}" type="presOf" srcId="{780C0A81-2DBC-4700-AD76-CD8F9C77E43D}" destId="{92208733-9E90-4EBA-A317-2CCBF2CC6DAA}" srcOrd="0" destOrd="0" presId="urn:microsoft.com/office/officeart/2005/8/layout/orgChart1"/>
    <dgm:cxn modelId="{518F6464-42F4-453A-8180-07BEAE68ABB7}" type="presParOf" srcId="{92208733-9E90-4EBA-A317-2CCBF2CC6DAA}" destId="{C4281C85-1E2F-4217-859F-34944894238C}" srcOrd="0" destOrd="0" presId="urn:microsoft.com/office/officeart/2005/8/layout/orgChart1"/>
    <dgm:cxn modelId="{0F1F4B05-7761-4CE8-AEDC-062812170C24}" type="presOf" srcId="{780C0A81-2DBC-4700-AD76-CD8F9C77E43D}" destId="{C4281C85-1E2F-4217-859F-34944894238C}" srcOrd="0" destOrd="0" presId="urn:microsoft.com/office/officeart/2005/8/layout/orgChart1"/>
    <dgm:cxn modelId="{31B1F7AF-8AA1-4B7F-9DB7-14FA840EE864}" type="presParOf" srcId="{92208733-9E90-4EBA-A317-2CCBF2CC6DAA}" destId="{6625020B-4A64-432F-90B7-DC38D9C50F08}" srcOrd="1" destOrd="0" presId="urn:microsoft.com/office/officeart/2005/8/layout/orgChart1"/>
    <dgm:cxn modelId="{34356A6A-60B2-4C27-A39D-13EA3B3AD667}" type="presOf" srcId="{780C0A81-2DBC-4700-AD76-CD8F9C77E43D}" destId="{6625020B-4A64-432F-90B7-DC38D9C50F08}" srcOrd="0" destOrd="0" presId="urn:microsoft.com/office/officeart/2005/8/layout/orgChart1"/>
    <dgm:cxn modelId="{2286A25F-70B5-4C75-B944-8D40FA96372C}" type="presParOf" srcId="{B0E4DF5B-1059-43F0-9AE2-F93F8CCAB6E9}" destId="{E006D126-A7E8-426C-8ADB-CD738BEFA637}" srcOrd="1" destOrd="1" presId="urn:microsoft.com/office/officeart/2005/8/layout/orgChart1"/>
    <dgm:cxn modelId="{163E78C0-A545-4691-918B-DE3B267AFF37}" type="presParOf" srcId="{B0E4DF5B-1059-43F0-9AE2-F93F8CCAB6E9}" destId="{8B099BB7-51A3-478D-BA02-0272C299E67D}" srcOrd="2" destOrd="1" presId="urn:microsoft.com/office/officeart/2005/8/layout/orgChart1"/>
    <dgm:cxn modelId="{51D92065-10D8-45F0-A33D-4A9F75B9C416}" type="presParOf" srcId="{79E68412-8FE1-4DE9-B580-716D229BDBF8}" destId="{9F2A3321-DAC3-405F-93A2-B1C2DBBA0262}" srcOrd="2" destOrd="1" presId="urn:microsoft.com/office/officeart/2005/8/layout/orgChart1"/>
    <dgm:cxn modelId="{82C46009-2B08-4061-82D6-17EE50622D5C}" type="presOf" srcId="{6361DC73-C5C8-4CD4-88CD-FCDCE18E1C82}" destId="{9F2A3321-DAC3-405F-93A2-B1C2DBBA0262}" srcOrd="0" destOrd="0" presId="urn:microsoft.com/office/officeart/2005/8/layout/orgChart1"/>
    <dgm:cxn modelId="{ABF0549E-A7D8-4E93-9E9E-8B56E7AB0B4F}" type="presParOf" srcId="{79E68412-8FE1-4DE9-B580-716D229BDBF8}" destId="{FFCFA747-591A-464C-BEF6-F8C287F997DE}" srcOrd="3" destOrd="1" presId="urn:microsoft.com/office/officeart/2005/8/layout/orgChart1"/>
    <dgm:cxn modelId="{F6DD99DC-9EB5-433F-842A-840B0878A63C}" type="presParOf" srcId="{FFCFA747-591A-464C-BEF6-F8C287F997DE}" destId="{C07FF416-5C19-40E4-AD23-393B29B86839}" srcOrd="0" destOrd="3" presId="urn:microsoft.com/office/officeart/2005/8/layout/orgChart1"/>
    <dgm:cxn modelId="{A0DAF182-41C0-4849-93EB-FA319CA5B8CD}" type="presOf" srcId="{8DF0AE72-03A9-47BA-9FA4-845040F6C6D7}" destId="{C07FF416-5C19-40E4-AD23-393B29B86839}" srcOrd="0" destOrd="0" presId="urn:microsoft.com/office/officeart/2005/8/layout/orgChart1"/>
    <dgm:cxn modelId="{281E9503-579A-4D11-A7BE-82B92FD92634}" type="presParOf" srcId="{C07FF416-5C19-40E4-AD23-393B29B86839}" destId="{522C55A3-7556-4B19-AB18-AF1E1D89998C}" srcOrd="0" destOrd="0" presId="urn:microsoft.com/office/officeart/2005/8/layout/orgChart1"/>
    <dgm:cxn modelId="{5D62D816-D7FF-4FC7-A941-62E3A1230AB2}" type="presOf" srcId="{8DF0AE72-03A9-47BA-9FA4-845040F6C6D7}" destId="{522C55A3-7556-4B19-AB18-AF1E1D89998C}" srcOrd="0" destOrd="0" presId="urn:microsoft.com/office/officeart/2005/8/layout/orgChart1"/>
    <dgm:cxn modelId="{D81A869F-40DD-425C-8D22-6F8DC9E781E6}" type="presParOf" srcId="{C07FF416-5C19-40E4-AD23-393B29B86839}" destId="{78621434-F107-4CB1-8E0E-5D4D6C5E8CAC}" srcOrd="1" destOrd="0" presId="urn:microsoft.com/office/officeart/2005/8/layout/orgChart1"/>
    <dgm:cxn modelId="{C80DE3E0-4587-46CB-B62B-B861E7C6A2B7}" type="presOf" srcId="{8DF0AE72-03A9-47BA-9FA4-845040F6C6D7}" destId="{78621434-F107-4CB1-8E0E-5D4D6C5E8CAC}" srcOrd="0" destOrd="0" presId="urn:microsoft.com/office/officeart/2005/8/layout/orgChart1"/>
    <dgm:cxn modelId="{0F33A614-BB92-4407-9B69-9E7B9CEDAFDD}" type="presParOf" srcId="{FFCFA747-591A-464C-BEF6-F8C287F997DE}" destId="{57711412-E62C-4294-BDC7-4F7257B7011C}" srcOrd="1" destOrd="3" presId="urn:microsoft.com/office/officeart/2005/8/layout/orgChart1"/>
    <dgm:cxn modelId="{1554F99C-6672-4BD6-912F-4B61BF7639DE}" type="presParOf" srcId="{FFCFA747-591A-464C-BEF6-F8C287F997DE}" destId="{1A978C0C-DF3E-401D-BFE7-3006F0FBBB54}" srcOrd="2" destOrd="3" presId="urn:microsoft.com/office/officeart/2005/8/layout/orgChart1"/>
    <dgm:cxn modelId="{A74CE34C-1EBC-4A4E-BFD5-1D2700F66C6D}" type="presParOf" srcId="{79E68412-8FE1-4DE9-B580-716D229BDBF8}" destId="{46B918D3-6368-4943-8BAF-39657048D6F5}" srcOrd="4" destOrd="1" presId="urn:microsoft.com/office/officeart/2005/8/layout/orgChart1"/>
    <dgm:cxn modelId="{14C0CBA2-0654-4028-98DB-DB1BAF551736}" type="presOf" srcId="{CC9529A9-BCE8-4794-B443-A2EBC6D81A0B}" destId="{46B918D3-6368-4943-8BAF-39657048D6F5}" srcOrd="0" destOrd="0" presId="urn:microsoft.com/office/officeart/2005/8/layout/orgChart1"/>
    <dgm:cxn modelId="{52D265A8-3E6D-487A-BC08-102715058F7B}" type="presParOf" srcId="{79E68412-8FE1-4DE9-B580-716D229BDBF8}" destId="{EA99890F-8F54-4B5A-99E9-0600DA900927}" srcOrd="5" destOrd="1" presId="urn:microsoft.com/office/officeart/2005/8/layout/orgChart1"/>
    <dgm:cxn modelId="{B5EA5364-70A2-4F84-B7AD-D277AF6CBC3F}" type="presParOf" srcId="{EA99890F-8F54-4B5A-99E9-0600DA900927}" destId="{74381CAF-4041-42ED-A1CB-79BD528D47ED}" srcOrd="0" destOrd="5" presId="urn:microsoft.com/office/officeart/2005/8/layout/orgChart1"/>
    <dgm:cxn modelId="{2C950E79-646E-4B2B-926D-3873EBF6B0AB}" type="presOf" srcId="{7D8FE46B-D72F-4DCB-8BC7-D40261CDB9DC}" destId="{74381CAF-4041-42ED-A1CB-79BD528D47ED}" srcOrd="0" destOrd="0" presId="urn:microsoft.com/office/officeart/2005/8/layout/orgChart1"/>
    <dgm:cxn modelId="{1DD4FC2E-9B0C-4683-A9CF-6268EC97CE5D}" type="presParOf" srcId="{74381CAF-4041-42ED-A1CB-79BD528D47ED}" destId="{9B1119C6-FE95-474B-8181-D9861A793508}" srcOrd="0" destOrd="0" presId="urn:microsoft.com/office/officeart/2005/8/layout/orgChart1"/>
    <dgm:cxn modelId="{4E70596E-8C20-48B9-87BB-209CC1CE19A6}" type="presOf" srcId="{7D8FE46B-D72F-4DCB-8BC7-D40261CDB9DC}" destId="{9B1119C6-FE95-474B-8181-D9861A793508}" srcOrd="0" destOrd="0" presId="urn:microsoft.com/office/officeart/2005/8/layout/orgChart1"/>
    <dgm:cxn modelId="{302F6C8B-512E-49F5-AB04-F69723AAF2E6}" type="presParOf" srcId="{74381CAF-4041-42ED-A1CB-79BD528D47ED}" destId="{85800067-4D55-4310-BE7C-50A363117E33}" srcOrd="1" destOrd="0" presId="urn:microsoft.com/office/officeart/2005/8/layout/orgChart1"/>
    <dgm:cxn modelId="{BAA75E14-7069-4C89-9828-FF5C8E744C1B}" type="presOf" srcId="{7D8FE46B-D72F-4DCB-8BC7-D40261CDB9DC}" destId="{85800067-4D55-4310-BE7C-50A363117E33}" srcOrd="0" destOrd="0" presId="urn:microsoft.com/office/officeart/2005/8/layout/orgChart1"/>
    <dgm:cxn modelId="{9E6828BE-989F-4ECE-85E0-CA5E298EDAC5}" type="presParOf" srcId="{EA99890F-8F54-4B5A-99E9-0600DA900927}" destId="{DCB9F676-9F38-4FE6-A1FF-32765CAB5F10}" srcOrd="1" destOrd="5" presId="urn:microsoft.com/office/officeart/2005/8/layout/orgChart1"/>
    <dgm:cxn modelId="{0A8DB4D1-CBA1-4FFD-AA9A-DE5F5D9630C3}" type="presParOf" srcId="{EA99890F-8F54-4B5A-99E9-0600DA900927}" destId="{7CAD27DA-5158-4EC5-98A2-E1F5D9E62B27}" srcOrd="2" destOrd="5" presId="urn:microsoft.com/office/officeart/2005/8/layout/orgChart1"/>
    <dgm:cxn modelId="{FD9D45FB-D17F-4E93-A652-1A57FA6DDAD8}" type="presParOf" srcId="{91209B13-76B0-403F-A23C-DE8A3E9C663F}" destId="{DCB029F2-4491-437A-BC20-DC8B01DADC14}" srcOrd="2" destOrd="9" presId="urn:microsoft.com/office/officeart/2005/8/layout/orgChart1"/>
    <dgm:cxn modelId="{A6B08AFD-8052-4C3D-B8F5-A26A2C118A08}" type="presParOf" srcId="{F728C3E8-5128-4BB6-90CC-A86769ECE335}" destId="{0E819307-1B4E-434E-BA76-D5A4192B0663}" srcOrd="2" destOrd="0" presId="urn:microsoft.com/office/officeart/2005/8/layout/orgChart1"/>
    <dgm:cxn modelId="{9EFEADD8-D34F-4FDF-ACD0-860AB0B9FA6C}" type="presParOf" srcId="{0E819307-1B4E-434E-BA76-D5A4192B0663}" destId="{7CC60CE2-51D0-47DE-A469-FE4884597341}" srcOrd="0" destOrd="2" presId="urn:microsoft.com/office/officeart/2005/8/layout/orgChart1"/>
    <dgm:cxn modelId="{15BB3321-D94C-4282-AF89-F08FAC6AE232}" type="presOf" srcId="{4294CB15-5EAF-442A-BADC-24588A60ECFF}" destId="{7CC60CE2-51D0-47DE-A469-FE4884597341}" srcOrd="0" destOrd="0" presId="urn:microsoft.com/office/officeart/2005/8/layout/orgChart1"/>
    <dgm:cxn modelId="{BB5AD254-252D-4510-962C-F2E67B49AF5B}" type="presParOf" srcId="{0E819307-1B4E-434E-BA76-D5A4192B0663}" destId="{2C28615C-654F-4C05-9383-C72EAED46321}" srcOrd="1" destOrd="2" presId="urn:microsoft.com/office/officeart/2005/8/layout/orgChart1"/>
    <dgm:cxn modelId="{40E970F7-39DE-46F4-A379-88BDCF379897}" type="presParOf" srcId="{2C28615C-654F-4C05-9383-C72EAED46321}" destId="{531B400A-09FB-4AC6-91D5-6C58DB555D6A}" srcOrd="0" destOrd="1" presId="urn:microsoft.com/office/officeart/2005/8/layout/orgChart1"/>
    <dgm:cxn modelId="{A643BF4D-8397-4EE8-A9EC-2F593773F271}" type="presOf" srcId="{B29BF47F-FB6F-4BB3-8B1F-25C507DDACF5}" destId="{531B400A-09FB-4AC6-91D5-6C58DB555D6A}" srcOrd="0" destOrd="0" presId="urn:microsoft.com/office/officeart/2005/8/layout/orgChart1"/>
    <dgm:cxn modelId="{D7EDECE3-DBFB-4A06-B87F-798F9B8779A4}" type="presParOf" srcId="{531B400A-09FB-4AC6-91D5-6C58DB555D6A}" destId="{15F46F7C-8483-49B2-9069-BD47518FA3C5}" srcOrd="0" destOrd="0" presId="urn:microsoft.com/office/officeart/2005/8/layout/orgChart1"/>
    <dgm:cxn modelId="{030D3A86-F8C5-4B1A-99E9-A8D06AC9C056}" type="presOf" srcId="{B29BF47F-FB6F-4BB3-8B1F-25C507DDACF5}" destId="{15F46F7C-8483-49B2-9069-BD47518FA3C5}" srcOrd="0" destOrd="0" presId="urn:microsoft.com/office/officeart/2005/8/layout/orgChart1"/>
    <dgm:cxn modelId="{BD915478-260C-4475-8BCB-898D12D8F82C}" type="presParOf" srcId="{531B400A-09FB-4AC6-91D5-6C58DB555D6A}" destId="{84CA6990-2D5D-47C3-9020-DF2944DEADCF}" srcOrd="1" destOrd="0" presId="urn:microsoft.com/office/officeart/2005/8/layout/orgChart1"/>
    <dgm:cxn modelId="{FF00CCC4-826B-4039-B9AA-2CE8E245490E}" type="presOf" srcId="{B29BF47F-FB6F-4BB3-8B1F-25C507DDACF5}" destId="{84CA6990-2D5D-47C3-9020-DF2944DEADCF}" srcOrd="0" destOrd="0" presId="urn:microsoft.com/office/officeart/2005/8/layout/orgChart1"/>
    <dgm:cxn modelId="{59B48C84-350C-47F1-A415-1CD2B652C128}" type="presParOf" srcId="{2C28615C-654F-4C05-9383-C72EAED46321}" destId="{0851F80F-8C6D-4400-A85F-BC390C21E4EE}" srcOrd="1" destOrd="1" presId="urn:microsoft.com/office/officeart/2005/8/layout/orgChart1"/>
    <dgm:cxn modelId="{0C3AA972-9308-4C7C-A91F-A771B319CCCF}" type="presParOf" srcId="{2C28615C-654F-4C05-9383-C72EAED46321}" destId="{3025C0A7-DA6F-4394-8167-7956EFF162F0}" srcOrd="2" destOrd="1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36205" cy="4448175"/>
        <a:chOff x="0" y="0"/>
        <a:chExt cx="7736205" cy="4448175"/>
      </a:xfrm>
    </dsp:grpSpPr>
    <dsp:sp modelId="{6A259130-4455-44E0-969B-948D1249687E}">
      <dsp:nvSpPr>
        <dsp:cNvPr id="5" name="任意多边形 4"/>
        <dsp:cNvSpPr/>
      </dsp:nvSpPr>
      <dsp:spPr bwMode="white">
        <a:xfrm>
          <a:off x="1114414" y="866757"/>
          <a:ext cx="2554036" cy="805751"/>
        </a:xfrm>
        <a:custGeom>
          <a:avLst/>
          <a:gdLst/>
          <a:ahLst/>
          <a:cxnLst/>
          <a:pathLst>
            <a:path w="4022" h="1269">
              <a:moveTo>
                <a:pt x="4022" y="0"/>
              </a:moveTo>
              <a:lnTo>
                <a:pt x="4022" y="1094"/>
              </a:lnTo>
              <a:lnTo>
                <a:pt x="0" y="1094"/>
              </a:ln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114414" y="866757"/>
        <a:ext cx="2554036" cy="805751"/>
      </dsp:txXfrm>
    </dsp:sp>
    <dsp:sp modelId="{DDA3B008-1810-4B75-A7FA-FA098D75BC64}">
      <dsp:nvSpPr>
        <dsp:cNvPr id="8" name="任意多边形 7"/>
        <dsp:cNvSpPr/>
      </dsp:nvSpPr>
      <dsp:spPr bwMode="white">
        <a:xfrm>
          <a:off x="692259" y="2200201"/>
          <a:ext cx="158308" cy="485478"/>
        </a:xfrm>
        <a:custGeom>
          <a:avLst/>
          <a:gdLst/>
          <a:ahLst/>
          <a:cxnLst/>
          <a:pathLst>
            <a:path w="249" h="765">
              <a:moveTo>
                <a:pt x="0" y="0"/>
              </a:moveTo>
              <a:lnTo>
                <a:pt x="0" y="765"/>
              </a:lnTo>
              <a:lnTo>
                <a:pt x="249" y="76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692259" y="2200201"/>
        <a:ext cx="158308" cy="485478"/>
      </dsp:txXfrm>
    </dsp:sp>
    <dsp:sp modelId="{A9AC65A2-F786-49C0-8244-8C60A3EE240D}">
      <dsp:nvSpPr>
        <dsp:cNvPr id="11" name="任意多边形 10"/>
        <dsp:cNvSpPr/>
      </dsp:nvSpPr>
      <dsp:spPr bwMode="white">
        <a:xfrm>
          <a:off x="692259" y="2200201"/>
          <a:ext cx="158308" cy="1234802"/>
        </a:xfrm>
        <a:custGeom>
          <a:avLst/>
          <a:gdLst/>
          <a:ahLst/>
          <a:cxnLst/>
          <a:pathLst>
            <a:path w="249" h="1945">
              <a:moveTo>
                <a:pt x="0" y="0"/>
              </a:moveTo>
              <a:lnTo>
                <a:pt x="0" y="1945"/>
              </a:lnTo>
              <a:lnTo>
                <a:pt x="249" y="194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692259" y="2200201"/>
        <a:ext cx="158308" cy="1234802"/>
      </dsp:txXfrm>
    </dsp:sp>
    <dsp:sp modelId="{F492B679-3C8C-4E72-95A8-8B81298826E7}">
      <dsp:nvSpPr>
        <dsp:cNvPr id="14" name="任意多边形 13"/>
        <dsp:cNvSpPr/>
      </dsp:nvSpPr>
      <dsp:spPr bwMode="white">
        <a:xfrm>
          <a:off x="2391432" y="866757"/>
          <a:ext cx="1277018" cy="805751"/>
        </a:xfrm>
        <a:custGeom>
          <a:avLst/>
          <a:gdLst/>
          <a:ahLst/>
          <a:cxnLst/>
          <a:pathLst>
            <a:path w="2011" h="1269">
              <a:moveTo>
                <a:pt x="2011" y="0"/>
              </a:moveTo>
              <a:lnTo>
                <a:pt x="2011" y="1094"/>
              </a:lnTo>
              <a:lnTo>
                <a:pt x="0" y="1094"/>
              </a:ln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391432" y="866757"/>
        <a:ext cx="1277018" cy="805751"/>
      </dsp:txXfrm>
    </dsp:sp>
    <dsp:sp modelId="{AB3A8128-6C86-49B7-B5CC-0153888815E5}">
      <dsp:nvSpPr>
        <dsp:cNvPr id="17" name="任意多边形 16"/>
        <dsp:cNvSpPr/>
      </dsp:nvSpPr>
      <dsp:spPr bwMode="white">
        <a:xfrm>
          <a:off x="3668450" y="866757"/>
          <a:ext cx="0" cy="805751"/>
        </a:xfrm>
        <a:custGeom>
          <a:avLst/>
          <a:gdLst/>
          <a:ahLst/>
          <a:cxnLst/>
          <a:pathLst>
            <a:path h="1269">
              <a:moveTo>
                <a:pt x="0" y="0"/>
              </a:move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0" cy="805751"/>
      </dsp:txXfrm>
    </dsp:sp>
    <dsp:sp modelId="{FF576E08-8C47-4499-95F0-5F269F625A0E}">
      <dsp:nvSpPr>
        <dsp:cNvPr id="20" name="任意多边形 19"/>
        <dsp:cNvSpPr/>
      </dsp:nvSpPr>
      <dsp:spPr bwMode="white">
        <a:xfrm>
          <a:off x="3246295" y="2200201"/>
          <a:ext cx="162508" cy="466080"/>
        </a:xfrm>
        <a:custGeom>
          <a:avLst/>
          <a:gdLst/>
          <a:ahLst/>
          <a:cxnLst/>
          <a:pathLst>
            <a:path w="256" h="734">
              <a:moveTo>
                <a:pt x="0" y="0"/>
              </a:moveTo>
              <a:lnTo>
                <a:pt x="0" y="734"/>
              </a:lnTo>
              <a:lnTo>
                <a:pt x="256" y="734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246295" y="2200201"/>
        <a:ext cx="162508" cy="466080"/>
      </dsp:txXfrm>
    </dsp:sp>
    <dsp:sp modelId="{7CFACE62-FE3D-400D-B449-19665DEB69C4}">
      <dsp:nvSpPr>
        <dsp:cNvPr id="23" name="任意多边形 22"/>
        <dsp:cNvSpPr/>
      </dsp:nvSpPr>
      <dsp:spPr bwMode="white">
        <a:xfrm>
          <a:off x="3246295" y="2200201"/>
          <a:ext cx="158308" cy="1234802"/>
        </a:xfrm>
        <a:custGeom>
          <a:avLst/>
          <a:gdLst/>
          <a:ahLst/>
          <a:cxnLst/>
          <a:pathLst>
            <a:path w="249" h="1945">
              <a:moveTo>
                <a:pt x="0" y="0"/>
              </a:moveTo>
              <a:lnTo>
                <a:pt x="0" y="1945"/>
              </a:lnTo>
              <a:lnTo>
                <a:pt x="249" y="194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246295" y="2200201"/>
        <a:ext cx="158308" cy="1234802"/>
      </dsp:txXfrm>
    </dsp:sp>
    <dsp:sp modelId="{EC236B16-CB99-4E59-8839-0907597C20B3}">
      <dsp:nvSpPr>
        <dsp:cNvPr id="26" name="任意多边形 25"/>
        <dsp:cNvSpPr/>
      </dsp:nvSpPr>
      <dsp:spPr bwMode="white">
        <a:xfrm>
          <a:off x="3668450" y="866757"/>
          <a:ext cx="1277018" cy="805751"/>
        </a:xfrm>
        <a:custGeom>
          <a:avLst/>
          <a:gdLst/>
          <a:ahLst/>
          <a:cxnLst/>
          <a:pathLst>
            <a:path w="2011" h="1269">
              <a:moveTo>
                <a:pt x="0" y="0"/>
              </a:moveTo>
              <a:lnTo>
                <a:pt x="0" y="1094"/>
              </a:lnTo>
              <a:lnTo>
                <a:pt x="2011" y="1094"/>
              </a:lnTo>
              <a:lnTo>
                <a:pt x="2011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1277018" cy="805751"/>
      </dsp:txXfrm>
    </dsp:sp>
    <dsp:sp modelId="{226D1D7E-DFA2-4396-96EE-028084249354}">
      <dsp:nvSpPr>
        <dsp:cNvPr id="29" name="任意多边形 28"/>
        <dsp:cNvSpPr/>
      </dsp:nvSpPr>
      <dsp:spPr bwMode="white">
        <a:xfrm>
          <a:off x="3668450" y="866757"/>
          <a:ext cx="2554036" cy="805751"/>
        </a:xfrm>
        <a:custGeom>
          <a:avLst/>
          <a:gdLst/>
          <a:ahLst/>
          <a:cxnLst/>
          <a:pathLst>
            <a:path w="4022" h="1269">
              <a:moveTo>
                <a:pt x="0" y="0"/>
              </a:moveTo>
              <a:lnTo>
                <a:pt x="0" y="1094"/>
              </a:lnTo>
              <a:lnTo>
                <a:pt x="4022" y="1094"/>
              </a:lnTo>
              <a:lnTo>
                <a:pt x="4022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2554036" cy="805751"/>
      </dsp:txXfrm>
    </dsp:sp>
    <dsp:sp modelId="{41D24ED1-9E48-46F8-A82A-D917816B3F6C}">
      <dsp:nvSpPr>
        <dsp:cNvPr id="32" name="任意多边形 31"/>
        <dsp:cNvSpPr/>
      </dsp:nvSpPr>
      <dsp:spPr bwMode="white">
        <a:xfrm>
          <a:off x="5800331" y="2200201"/>
          <a:ext cx="116662" cy="398065"/>
        </a:xfrm>
        <a:custGeom>
          <a:avLst/>
          <a:gdLst/>
          <a:ahLst/>
          <a:cxnLst/>
          <a:pathLst>
            <a:path w="184" h="627">
              <a:moveTo>
                <a:pt x="0" y="0"/>
              </a:moveTo>
              <a:lnTo>
                <a:pt x="0" y="627"/>
              </a:lnTo>
              <a:lnTo>
                <a:pt x="184" y="627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62" cy="398065"/>
      </dsp:txXfrm>
    </dsp:sp>
    <dsp:sp modelId="{9F2A3321-DAC3-405F-93A2-B1C2DBBA0262}">
      <dsp:nvSpPr>
        <dsp:cNvPr id="35" name="任意多边形 34"/>
        <dsp:cNvSpPr/>
      </dsp:nvSpPr>
      <dsp:spPr bwMode="white">
        <a:xfrm>
          <a:off x="5800331" y="2200201"/>
          <a:ext cx="116652" cy="1031144"/>
        </a:xfrm>
        <a:custGeom>
          <a:avLst/>
          <a:gdLst/>
          <a:ahLst/>
          <a:cxnLst/>
          <a:pathLst>
            <a:path w="184" h="1624">
              <a:moveTo>
                <a:pt x="0" y="0"/>
              </a:moveTo>
              <a:lnTo>
                <a:pt x="0" y="1624"/>
              </a:lnTo>
              <a:lnTo>
                <a:pt x="184" y="1624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52" cy="1031144"/>
      </dsp:txXfrm>
    </dsp:sp>
    <dsp:sp modelId="{46B918D3-6368-4943-8BAF-39657048D6F5}">
      <dsp:nvSpPr>
        <dsp:cNvPr id="38" name="任意多边形 37"/>
        <dsp:cNvSpPr/>
      </dsp:nvSpPr>
      <dsp:spPr bwMode="white">
        <a:xfrm>
          <a:off x="5800331" y="2200201"/>
          <a:ext cx="116652" cy="1645928"/>
        </a:xfrm>
        <a:custGeom>
          <a:avLst/>
          <a:gdLst/>
          <a:ahLst/>
          <a:cxnLst/>
          <a:pathLst>
            <a:path w="184" h="2592">
              <a:moveTo>
                <a:pt x="0" y="0"/>
              </a:moveTo>
              <a:lnTo>
                <a:pt x="0" y="2592"/>
              </a:lnTo>
              <a:lnTo>
                <a:pt x="184" y="259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52" cy="1645928"/>
      </dsp:txXfrm>
    </dsp:sp>
    <dsp:sp modelId="{7CC60CE2-51D0-47DE-A469-FE4884597341}">
      <dsp:nvSpPr>
        <dsp:cNvPr id="41" name="任意多边形 40"/>
        <dsp:cNvSpPr/>
      </dsp:nvSpPr>
      <dsp:spPr bwMode="white">
        <a:xfrm>
          <a:off x="3543893" y="866757"/>
          <a:ext cx="124557" cy="349555"/>
        </a:xfrm>
        <a:custGeom>
          <a:avLst/>
          <a:gdLst/>
          <a:ahLst/>
          <a:cxnLst/>
          <a:pathLst>
            <a:path w="196" h="550">
              <a:moveTo>
                <a:pt x="196" y="0"/>
              </a:moveTo>
              <a:lnTo>
                <a:pt x="196" y="550"/>
              </a:lnTo>
              <a:lnTo>
                <a:pt x="0" y="55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543893" y="866757"/>
        <a:ext cx="124557" cy="349555"/>
      </dsp:txXfrm>
    </dsp:sp>
    <dsp:sp modelId="{AE79172D-D441-42BB-84EA-E3D989670DED}">
      <dsp:nvSpPr>
        <dsp:cNvPr id="3" name="矩形 2"/>
        <dsp:cNvSpPr/>
      </dsp:nvSpPr>
      <dsp:spPr bwMode="white">
        <a:xfrm>
          <a:off x="3140756" y="165205"/>
          <a:ext cx="1055387" cy="701552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" tIns="7620" rIns="7620" bIns="762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董事长</a:t>
          </a:r>
          <a:r>
            <a:rPr lang="en-US" altLang="zh-CN" sz="1200">
              <a:latin typeface="微软雅黑" charset="0"/>
              <a:ea typeface="微软雅黑" charset="0"/>
              <a:cs typeface="微软雅黑" charset="0"/>
            </a:rPr>
            <a:t>/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总经理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公司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人数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</dsp:txBody>
      <dsp:txXfrm>
        <a:off x="3140756" y="165205"/>
        <a:ext cx="1055387" cy="701552"/>
      </dsp:txXfrm>
    </dsp:sp>
    <dsp:sp modelId="{43B7C837-49D6-40CE-BBAB-953D9E4BA7ED}">
      <dsp:nvSpPr>
        <dsp:cNvPr id="6" name="矩形 5"/>
        <dsp:cNvSpPr/>
      </dsp:nvSpPr>
      <dsp:spPr bwMode="white">
        <a:xfrm>
          <a:off x="586721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一级</a:t>
          </a:r>
          <a:r>
            <a:rPr lang="zh-CN" altLang="en-US">
              <a:latin typeface="微软雅黑" charset="0"/>
              <a:ea typeface="微软雅黑" charset="0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负责人</a:t>
          </a:r>
          <a:r>
            <a:rPr lang="zh-CN" altLang="en-US">
              <a:latin typeface="微软雅黑" charset="0"/>
              <a:ea typeface="微软雅黑" charset="0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86721" y="1672508"/>
        <a:ext cx="1055387" cy="527693"/>
      </dsp:txXfrm>
    </dsp:sp>
    <dsp:sp modelId="{1EA9785F-A648-4DBF-9A8F-618A047F11B6}">
      <dsp:nvSpPr>
        <dsp:cNvPr id="9" name="矩形 8"/>
        <dsp:cNvSpPr/>
      </dsp:nvSpPr>
      <dsp:spPr bwMode="white">
        <a:xfrm>
          <a:off x="850567" y="2421833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850567" y="2421833"/>
        <a:ext cx="1055387" cy="527693"/>
      </dsp:txXfrm>
    </dsp:sp>
    <dsp:sp modelId="{C3EA0B1B-F86D-475E-92C5-D59F577B5A64}">
      <dsp:nvSpPr>
        <dsp:cNvPr id="12" name="矩形 11"/>
        <dsp:cNvSpPr/>
      </dsp:nvSpPr>
      <dsp:spPr bwMode="white">
        <a:xfrm>
          <a:off x="850567" y="3171157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850567" y="3171157"/>
        <a:ext cx="1055387" cy="527693"/>
      </dsp:txXfrm>
    </dsp:sp>
    <dsp:sp modelId="{08A0D1D2-3A20-4D63-8E35-B7C8B6B16D48}">
      <dsp:nvSpPr>
        <dsp:cNvPr id="15" name="矩形 14"/>
        <dsp:cNvSpPr/>
      </dsp:nvSpPr>
      <dsp:spPr bwMode="white">
        <a:xfrm>
          <a:off x="1863739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1863739" y="1672508"/>
        <a:ext cx="1055387" cy="527693"/>
      </dsp:txXfrm>
    </dsp:sp>
    <dsp:sp modelId="{7D64F4A3-0E55-47AC-A59B-9D5A9DC25552}">
      <dsp:nvSpPr>
        <dsp:cNvPr id="18" name="矩形 17"/>
        <dsp:cNvSpPr/>
      </dsp:nvSpPr>
      <dsp:spPr bwMode="white">
        <a:xfrm>
          <a:off x="3140756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140756" y="1672508"/>
        <a:ext cx="1055387" cy="527693"/>
      </dsp:txXfrm>
    </dsp:sp>
    <dsp:sp modelId="{C540471B-A658-4D33-B0F0-26C908B292C1}">
      <dsp:nvSpPr>
        <dsp:cNvPr id="21" name="矩形 20"/>
        <dsp:cNvSpPr/>
      </dsp:nvSpPr>
      <dsp:spPr bwMode="white">
        <a:xfrm>
          <a:off x="3408804" y="2402435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408804" y="2402435"/>
        <a:ext cx="1055387" cy="527693"/>
      </dsp:txXfrm>
    </dsp:sp>
    <dsp:sp modelId="{DA16B34D-CEE4-4870-9110-396944C6534A}">
      <dsp:nvSpPr>
        <dsp:cNvPr id="24" name="矩形 23"/>
        <dsp:cNvSpPr/>
      </dsp:nvSpPr>
      <dsp:spPr bwMode="white">
        <a:xfrm>
          <a:off x="3404603" y="3171157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404603" y="3171157"/>
        <a:ext cx="1055387" cy="527693"/>
      </dsp:txXfrm>
    </dsp:sp>
    <dsp:sp modelId="{F1C5BF97-3C0D-4A9F-ABB4-40FBA7DADDD0}">
      <dsp:nvSpPr>
        <dsp:cNvPr id="27" name="矩形 26"/>
        <dsp:cNvSpPr/>
      </dsp:nvSpPr>
      <dsp:spPr bwMode="white">
        <a:xfrm>
          <a:off x="4417774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一级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4417774" y="1672508"/>
        <a:ext cx="1055387" cy="527693"/>
      </dsp:txXfrm>
    </dsp:sp>
    <dsp:sp modelId="{2470FA0C-ADE0-4293-B00C-B9A5B8CFDCD5}">
      <dsp:nvSpPr>
        <dsp:cNvPr id="30" name="矩形 29"/>
        <dsp:cNvSpPr/>
      </dsp:nvSpPr>
      <dsp:spPr bwMode="white">
        <a:xfrm>
          <a:off x="5694792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一级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694792" y="1672508"/>
        <a:ext cx="1055387" cy="527693"/>
      </dsp:txXfrm>
    </dsp:sp>
    <dsp:sp modelId="{C4281C85-1E2F-4217-859F-34944894238C}">
      <dsp:nvSpPr>
        <dsp:cNvPr id="33" name="矩形 32"/>
        <dsp:cNvSpPr/>
      </dsp:nvSpPr>
      <dsp:spPr bwMode="white">
        <a:xfrm>
          <a:off x="5916993" y="2334420"/>
          <a:ext cx="1189938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93" y="2334420"/>
        <a:ext cx="1189938" cy="527693"/>
      </dsp:txXfrm>
    </dsp:sp>
    <dsp:sp modelId="{522C55A3-7556-4B19-AB18-AF1E1D89998C}">
      <dsp:nvSpPr>
        <dsp:cNvPr id="36" name="矩形 35"/>
        <dsp:cNvSpPr/>
      </dsp:nvSpPr>
      <dsp:spPr bwMode="white">
        <a:xfrm>
          <a:off x="5916983" y="2967499"/>
          <a:ext cx="1189938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83" y="2967499"/>
        <a:ext cx="1189938" cy="527693"/>
      </dsp:txXfrm>
    </dsp:sp>
    <dsp:sp modelId="{9B1119C6-FE95-474B-8181-D9861A793508}">
      <dsp:nvSpPr>
        <dsp:cNvPr id="39" name="矩形 38"/>
        <dsp:cNvSpPr/>
      </dsp:nvSpPr>
      <dsp:spPr bwMode="white">
        <a:xfrm>
          <a:off x="5916983" y="3582283"/>
          <a:ext cx="1190846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83" y="3582283"/>
        <a:ext cx="1190846" cy="527693"/>
      </dsp:txXfrm>
    </dsp:sp>
    <dsp:sp modelId="{15F46F7C-8483-49B2-9069-BD47518FA3C5}">
      <dsp:nvSpPr>
        <dsp:cNvPr id="42" name="矩形 41"/>
        <dsp:cNvSpPr/>
      </dsp:nvSpPr>
      <dsp:spPr bwMode="white">
        <a:xfrm>
          <a:off x="2488506" y="1019973"/>
          <a:ext cx="1055387" cy="392678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副总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2488506" y="1019973"/>
        <a:ext cx="1055387" cy="392678"/>
      </dsp:txXfrm>
    </dsp:sp>
    <dsp:sp modelId="{86420519-308D-4A6A-8FEA-6FB2E39BA448}">
      <dsp:nvSpPr>
        <dsp:cNvPr id="4" name="矩形 3" hidden="1"/>
        <dsp:cNvSpPr/>
      </dsp:nvSpPr>
      <dsp:spPr>
        <a:xfrm>
          <a:off x="3140756" y="165205"/>
          <a:ext cx="211077" cy="701552"/>
        </a:xfrm>
        <a:prstGeom prst="rect">
          <a:avLst/>
        </a:prstGeom>
      </dsp:spPr>
      <dsp:txXfrm>
        <a:off x="3140756" y="165205"/>
        <a:ext cx="211077" cy="701552"/>
      </dsp:txXfrm>
    </dsp:sp>
    <dsp:sp modelId="{9A037140-9B69-4B9F-A134-F2F2EB0F2E32}">
      <dsp:nvSpPr>
        <dsp:cNvPr id="7" name="矩形 6" hidden="1"/>
        <dsp:cNvSpPr/>
      </dsp:nvSpPr>
      <dsp:spPr>
        <a:xfrm>
          <a:off x="586721" y="1672508"/>
          <a:ext cx="211077" cy="527693"/>
        </a:xfrm>
        <a:prstGeom prst="rect">
          <a:avLst/>
        </a:prstGeom>
      </dsp:spPr>
      <dsp:txXfrm>
        <a:off x="586721" y="1672508"/>
        <a:ext cx="211077" cy="527693"/>
      </dsp:txXfrm>
    </dsp:sp>
    <dsp:sp modelId="{212BE91F-E816-46F5-A7AF-0EBAD49AF967}">
      <dsp:nvSpPr>
        <dsp:cNvPr id="10" name="矩形 9" hidden="1"/>
        <dsp:cNvSpPr/>
      </dsp:nvSpPr>
      <dsp:spPr>
        <a:xfrm>
          <a:off x="850567" y="2421833"/>
          <a:ext cx="211077" cy="527693"/>
        </a:xfrm>
        <a:prstGeom prst="rect">
          <a:avLst/>
        </a:prstGeom>
      </dsp:spPr>
      <dsp:txXfrm>
        <a:off x="850567" y="2421833"/>
        <a:ext cx="211077" cy="527693"/>
      </dsp:txXfrm>
    </dsp:sp>
    <dsp:sp modelId="{AFF5FA03-A773-4312-83CB-7A18434CF6FC}">
      <dsp:nvSpPr>
        <dsp:cNvPr id="13" name="矩形 12" hidden="1"/>
        <dsp:cNvSpPr/>
      </dsp:nvSpPr>
      <dsp:spPr>
        <a:xfrm>
          <a:off x="850567" y="3171157"/>
          <a:ext cx="211077" cy="527693"/>
        </a:xfrm>
        <a:prstGeom prst="rect">
          <a:avLst/>
        </a:prstGeom>
      </dsp:spPr>
      <dsp:txXfrm>
        <a:off x="850567" y="3171157"/>
        <a:ext cx="211077" cy="527693"/>
      </dsp:txXfrm>
    </dsp:sp>
    <dsp:sp modelId="{6238C53E-A961-488B-8FBD-6EC13507B069}">
      <dsp:nvSpPr>
        <dsp:cNvPr id="16" name="矩形 15" hidden="1"/>
        <dsp:cNvSpPr/>
      </dsp:nvSpPr>
      <dsp:spPr>
        <a:xfrm>
          <a:off x="1863739" y="1672508"/>
          <a:ext cx="211077" cy="527693"/>
        </a:xfrm>
        <a:prstGeom prst="rect">
          <a:avLst/>
        </a:prstGeom>
      </dsp:spPr>
      <dsp:txXfrm>
        <a:off x="1863739" y="1672508"/>
        <a:ext cx="211077" cy="527693"/>
      </dsp:txXfrm>
    </dsp:sp>
    <dsp:sp modelId="{5667CB49-EC34-46BC-AD2D-72F3BD95D049}">
      <dsp:nvSpPr>
        <dsp:cNvPr id="19" name="矩形 18" hidden="1"/>
        <dsp:cNvSpPr/>
      </dsp:nvSpPr>
      <dsp:spPr>
        <a:xfrm>
          <a:off x="3140756" y="1672508"/>
          <a:ext cx="211077" cy="527693"/>
        </a:xfrm>
        <a:prstGeom prst="rect">
          <a:avLst/>
        </a:prstGeom>
      </dsp:spPr>
      <dsp:txXfrm>
        <a:off x="3140756" y="1672508"/>
        <a:ext cx="211077" cy="527693"/>
      </dsp:txXfrm>
    </dsp:sp>
    <dsp:sp modelId="{8EAC9AED-D539-4519-BD3B-CF9E2A0F0DE7}">
      <dsp:nvSpPr>
        <dsp:cNvPr id="22" name="矩形 21" hidden="1"/>
        <dsp:cNvSpPr/>
      </dsp:nvSpPr>
      <dsp:spPr>
        <a:xfrm>
          <a:off x="3408804" y="2402435"/>
          <a:ext cx="211077" cy="527693"/>
        </a:xfrm>
        <a:prstGeom prst="rect">
          <a:avLst/>
        </a:prstGeom>
      </dsp:spPr>
      <dsp:txXfrm>
        <a:off x="3408804" y="2402435"/>
        <a:ext cx="211077" cy="527693"/>
      </dsp:txXfrm>
    </dsp:sp>
    <dsp:sp modelId="{246409DD-B3D4-4517-BB95-56B7BF35D09E}">
      <dsp:nvSpPr>
        <dsp:cNvPr id="25" name="矩形 24" hidden="1"/>
        <dsp:cNvSpPr/>
      </dsp:nvSpPr>
      <dsp:spPr>
        <a:xfrm>
          <a:off x="3404603" y="3171157"/>
          <a:ext cx="211077" cy="527693"/>
        </a:xfrm>
        <a:prstGeom prst="rect">
          <a:avLst/>
        </a:prstGeom>
      </dsp:spPr>
      <dsp:txXfrm>
        <a:off x="3404603" y="3171157"/>
        <a:ext cx="211077" cy="527693"/>
      </dsp:txXfrm>
    </dsp:sp>
    <dsp:sp modelId="{8DDE63CD-DABA-4387-8190-1FEE9D0C0BE9}">
      <dsp:nvSpPr>
        <dsp:cNvPr id="28" name="矩形 27" hidden="1"/>
        <dsp:cNvSpPr/>
      </dsp:nvSpPr>
      <dsp:spPr>
        <a:xfrm>
          <a:off x="4417774" y="1672508"/>
          <a:ext cx="211077" cy="527693"/>
        </a:xfrm>
        <a:prstGeom prst="rect">
          <a:avLst/>
        </a:prstGeom>
      </dsp:spPr>
      <dsp:txXfrm>
        <a:off x="4417774" y="1672508"/>
        <a:ext cx="211077" cy="527693"/>
      </dsp:txXfrm>
    </dsp:sp>
    <dsp:sp modelId="{5541689E-434D-439B-9E6F-C748F7029EB8}">
      <dsp:nvSpPr>
        <dsp:cNvPr id="31" name="矩形 30" hidden="1"/>
        <dsp:cNvSpPr/>
      </dsp:nvSpPr>
      <dsp:spPr>
        <a:xfrm>
          <a:off x="5694792" y="1672508"/>
          <a:ext cx="211077" cy="527693"/>
        </a:xfrm>
        <a:prstGeom prst="rect">
          <a:avLst/>
        </a:prstGeom>
      </dsp:spPr>
      <dsp:txXfrm>
        <a:off x="5694792" y="1672508"/>
        <a:ext cx="211077" cy="527693"/>
      </dsp:txXfrm>
    </dsp:sp>
    <dsp:sp modelId="{6625020B-4A64-432F-90B7-DC38D9C50F08}">
      <dsp:nvSpPr>
        <dsp:cNvPr id="34" name="矩形 33" hidden="1"/>
        <dsp:cNvSpPr/>
      </dsp:nvSpPr>
      <dsp:spPr>
        <a:xfrm>
          <a:off x="5916993" y="2334420"/>
          <a:ext cx="237988" cy="527693"/>
        </a:xfrm>
        <a:prstGeom prst="rect">
          <a:avLst/>
        </a:prstGeom>
      </dsp:spPr>
      <dsp:txXfrm>
        <a:off x="5916993" y="2334420"/>
        <a:ext cx="237988" cy="527693"/>
      </dsp:txXfrm>
    </dsp:sp>
    <dsp:sp modelId="{78621434-F107-4CB1-8E0E-5D4D6C5E8CAC}">
      <dsp:nvSpPr>
        <dsp:cNvPr id="37" name="矩形 36" hidden="1"/>
        <dsp:cNvSpPr/>
      </dsp:nvSpPr>
      <dsp:spPr>
        <a:xfrm>
          <a:off x="5916983" y="2967499"/>
          <a:ext cx="237988" cy="527693"/>
        </a:xfrm>
        <a:prstGeom prst="rect">
          <a:avLst/>
        </a:prstGeom>
      </dsp:spPr>
      <dsp:txXfrm>
        <a:off x="5916983" y="2967499"/>
        <a:ext cx="237988" cy="527693"/>
      </dsp:txXfrm>
    </dsp:sp>
    <dsp:sp modelId="{85800067-4D55-4310-BE7C-50A363117E33}">
      <dsp:nvSpPr>
        <dsp:cNvPr id="40" name="矩形 39" hidden="1"/>
        <dsp:cNvSpPr/>
      </dsp:nvSpPr>
      <dsp:spPr>
        <a:xfrm>
          <a:off x="5916983" y="3582283"/>
          <a:ext cx="238169" cy="527693"/>
        </a:xfrm>
        <a:prstGeom prst="rect">
          <a:avLst/>
        </a:prstGeom>
      </dsp:spPr>
      <dsp:txXfrm>
        <a:off x="5916983" y="3582283"/>
        <a:ext cx="238169" cy="527693"/>
      </dsp:txXfrm>
    </dsp:sp>
    <dsp:sp modelId="{84CA6990-2D5D-47C3-9020-DF2944DEADCF}">
      <dsp:nvSpPr>
        <dsp:cNvPr id="43" name="矩形 42" hidden="1"/>
        <dsp:cNvSpPr/>
      </dsp:nvSpPr>
      <dsp:spPr>
        <a:xfrm>
          <a:off x="2502247" y="990691"/>
          <a:ext cx="211077" cy="392678"/>
        </a:xfrm>
        <a:prstGeom prst="rect">
          <a:avLst/>
        </a:prstGeom>
      </dsp:spPr>
      <dsp:txXfrm>
        <a:off x="2502247" y="990691"/>
        <a:ext cx="211077" cy="392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845"/>
            <a:ext cx="924433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683568" y="1308705"/>
            <a:ext cx="7772401" cy="7683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  <a:r>
              <a:rPr lang="zh-CN" altLang="en-US" sz="4400" b="1"/>
              <a:t>毕业考</a:t>
            </a:r>
            <a:endParaRPr lang="zh-CN" altLang="en-US" sz="4400" b="1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49300" y="1923415"/>
            <a:ext cx="7567295" cy="168783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*</a:t>
            </a:r>
            <a:r>
              <a:rPr lang="zh-CN" altLang="en-US" sz="2800" b="1" dirty="0">
                <a:solidFill>
                  <a:schemeClr val="bg1"/>
                </a:solidFill>
              </a:rPr>
              <a:t>期【</a:t>
            </a:r>
            <a:r>
              <a:rPr lang="en-US" altLang="zh-CN" sz="2800" b="1" dirty="0">
                <a:solidFill>
                  <a:schemeClr val="bg1"/>
                </a:solidFill>
              </a:rPr>
              <a:t>**</a:t>
            </a:r>
            <a:r>
              <a:rPr lang="zh-CN" altLang="en-US" sz="2800" b="1" dirty="0">
                <a:solidFill>
                  <a:schemeClr val="bg1"/>
                </a:solidFill>
              </a:rPr>
              <a:t>分塾】</a:t>
            </a:r>
            <a:r>
              <a:rPr lang="en-US" altLang="zh-CN" sz="2800" b="1" dirty="0">
                <a:solidFill>
                  <a:schemeClr val="bg1"/>
                </a:solidFill>
              </a:rPr>
              <a:t>*</a:t>
            </a:r>
            <a:r>
              <a:rPr lang="zh-CN" altLang="en-US" sz="2800" b="1" dirty="0">
                <a:solidFill>
                  <a:schemeClr val="bg1"/>
                </a:solidFill>
              </a:rPr>
              <a:t>组姓名</a:t>
            </a:r>
            <a:br>
              <a:rPr lang="zh-CN" altLang="en-US" sz="2800" b="1" dirty="0">
                <a:solidFill>
                  <a:schemeClr val="bg1"/>
                </a:solidFill>
              </a:rPr>
            </a:br>
            <a:r>
              <a:rPr lang="zh-CN" altLang="en-US" sz="2800" b="1" dirty="0">
                <a:solidFill>
                  <a:schemeClr val="bg1"/>
                </a:solidFill>
              </a:rPr>
              <a:t>（</a:t>
            </a:r>
            <a:r>
              <a:rPr lang="zh-CN" altLang="en-US" sz="2800" b="1" dirty="0">
                <a:solidFill>
                  <a:schemeClr val="bg1"/>
                </a:solidFill>
              </a:rPr>
              <a:t>公司级）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1275715"/>
            <a:ext cx="3663950" cy="3784600"/>
          </a:xfrm>
          <a:prstGeom prst="rect">
            <a:avLst/>
          </a:prstGeom>
          <a:noFill/>
          <a:ln w="12700" cap="flat">
            <a:solidFill>
              <a:schemeClr val="accent2">
                <a:lumMod val="20000"/>
                <a:lumOff val="80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一、自我介绍（可以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3-5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分钟）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6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、我是谁：公司及个人介绍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、为什么听我讲：找到使命前的状态、找到使命后的收获和状态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、听我讲对你有什么好处：听完我的分享对大家有什么好处（针对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个对象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: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员工、客户、其他）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、宣讲主题。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（不写倒扣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0.5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 </a:t>
            </a:r>
            <a:endParaRPr lang="en-US" altLang="zh-CN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二、</a:t>
            </a:r>
            <a:r>
              <a:rPr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人生志向和企业使命愿景</a:t>
            </a:r>
            <a:r>
              <a:rPr 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、灵魂三问，要成为哪方面第一名？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、使命、愿景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三、如何实现员工幸福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25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、为什么想让员工幸福（立志让员工幸福的发心故事）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分的标准和行动方案（表格）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、员工感动故事。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33875" y="1275715"/>
            <a:ext cx="4606925" cy="3553460"/>
          </a:xfrm>
          <a:prstGeom prst="rect">
            <a:avLst/>
          </a:prstGeom>
          <a:noFill/>
          <a:ln w="12700" cap="flat">
            <a:solidFill>
              <a:schemeClr val="accent2">
                <a:lumMod val="20000"/>
                <a:lumOff val="80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四、如何实现客户幸福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20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、为什么想让客户幸福（立志让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客户幸福的发心故事）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分的标准和行动方案（表格）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、客户感动故事。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五、如何实现愿景目标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25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、愿景桃花源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六、参加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49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天训练营的成长收获和规划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10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、成长收获：经营者成长分享，要有对应的案例或故事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 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、陪读团队成长收获：陪读人员分享（每人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120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字以上，要有故事）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 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分。建议每位陪读人员分享最高给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分，两位以上陪读分享才可能达到满分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、部门规划：完整组织架构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分；部门走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49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天规划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280" y="796290"/>
            <a:ext cx="304673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毕业考内容（满分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分）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771525"/>
            <a:ext cx="8426450" cy="23831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一、自我介绍（可以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3-5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分钟）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6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、我是谁：公司及个人介绍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、为什么听我讲：找到使命前的状态、找到使命后的收获和状态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、听我讲对你有什么好处：听完我的分享对大家有什么好处（针对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个对象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: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员工、客户、其他）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、宣讲主题。（不写倒扣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分）</a:t>
            </a:r>
            <a:r>
              <a:rPr lang="en-US" altLang="zh-CN" sz="1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endParaRPr lang="en-US" altLang="zh-CN" sz="1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（也可以针对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个对象写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个不同的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完整四问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自我介绍）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843915"/>
            <a:ext cx="8200390" cy="16319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二、</a:t>
            </a:r>
            <a:r>
              <a:rPr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人生志向和企业使命愿景</a:t>
            </a:r>
            <a:r>
              <a:rPr 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2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、灵魂三问，要成为哪方面第一名？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、使命、愿景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4077"/>
            <a:ext cx="7886700" cy="994346"/>
          </a:xfrm>
        </p:spPr>
        <p:txBody>
          <a:bodyPr/>
          <a:p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1505" y="1347867"/>
            <a:ext cx="7886700" cy="326407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 sz="1600"/>
              <a:t>起点之问</a:t>
            </a:r>
            <a:endParaRPr lang="zh-CN" altLang="en-US" sz="1600"/>
          </a:p>
          <a:p>
            <a:pPr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立志成为什么人：</a:t>
            </a:r>
            <a:endParaRPr lang="zh-CN" altLang="en-US" sz="1600"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立志做一件什么事：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1600">
                <a:sym typeface="+mn-ea"/>
              </a:rPr>
              <a:t>终点之问（我希望</a:t>
            </a:r>
            <a:r>
              <a:rPr lang="zh-CN" altLang="en-US" sz="1600">
                <a:sym typeface="+mn-ea"/>
              </a:rPr>
              <a:t>人们这样评价</a:t>
            </a:r>
            <a:r>
              <a:rPr lang="zh-CN" altLang="en-US" sz="1600">
                <a:sym typeface="+mn-ea"/>
              </a:rPr>
              <a:t>我）：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</a:pPr>
            <a:r>
              <a:rPr lang="zh-CN" altLang="en-US" sz="1600">
                <a:sym typeface="+mn-ea"/>
              </a:rPr>
              <a:t>家人：他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她……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</a:pPr>
            <a:r>
              <a:rPr lang="zh-CN" altLang="en-US" sz="1600">
                <a:sym typeface="+mn-ea"/>
              </a:rPr>
              <a:t>员工：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</a:pPr>
            <a:r>
              <a:rPr lang="zh-CN" altLang="en-US" sz="1600">
                <a:sym typeface="+mn-ea"/>
              </a:rPr>
              <a:t>客户：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</a:pPr>
            <a:r>
              <a:rPr lang="zh-CN" altLang="en-US" sz="1600">
                <a:sym typeface="+mn-ea"/>
              </a:rPr>
              <a:t>行业：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</a:pPr>
            <a:r>
              <a:rPr lang="zh-CN" altLang="en-US" sz="1600">
                <a:sym typeface="+mn-ea"/>
              </a:rPr>
              <a:t>社会：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316865"/>
          </a:xfrm>
        </p:spPr>
        <p:txBody>
          <a:bodyPr>
            <a:noAutofit/>
          </a:bodyPr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、灵魂三问，要成为哪方面第一名？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如果社会上没有你们这个行业可以吗？为什么？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你们行业的价值是什么？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这个行业里没有你们公司可以吗？为什么？你们公司的价值是什么？你们公司要成为哪方面第一名？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这个公司里没有你可以吗？为什么？你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的价值是什么？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>
              <a:buNone/>
            </a:pP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67715"/>
            <a:ext cx="7886700" cy="500380"/>
          </a:xfrm>
        </p:spPr>
        <p:txBody>
          <a:bodyPr/>
          <a:p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、使命、愿景</a:t>
            </a:r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使命：</a:t>
            </a:r>
            <a:endParaRPr lang="zh-CN" altLang="en-US"/>
          </a:p>
          <a:p>
            <a:r>
              <a:rPr lang="zh-CN" altLang="en-US"/>
              <a:t>使命</a:t>
            </a:r>
            <a:r>
              <a:rPr lang="zh-CN" altLang="en-US"/>
              <a:t>诠释：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愿景：</a:t>
            </a:r>
            <a:endParaRPr lang="zh-CN" altLang="en-US"/>
          </a:p>
          <a:p>
            <a:r>
              <a:rPr lang="zh-CN" altLang="en-US"/>
              <a:t>愿景</a:t>
            </a:r>
            <a:r>
              <a:rPr lang="zh-CN" altLang="en-US"/>
              <a:t>诠释：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2245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三、如何实现员工幸福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25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、为什么想让员工幸福（立志让员工幸福的发心故事）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</a:t>
            </a: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（表格）</a:t>
            </a: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、员工感动故事。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、员工幸福发心故事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 5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分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56920"/>
            <a:ext cx="7886700" cy="511175"/>
          </a:xfrm>
        </p:spPr>
        <p:txBody>
          <a:bodyPr/>
          <a:p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安心、放心：物质保障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开心：关爱、明理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50分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成事：带你奋斗，成为专家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2132552"/>
          <a:ext cx="10048240" cy="1529080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8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194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100分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成人：成为充满爱真诚、和谐的人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471805"/>
          </a:xfrm>
        </p:spPr>
        <p:txBody>
          <a:bodyPr/>
          <a:p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、员工感动故事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160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四、如何实现客户幸福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  20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1、为什么想让客户幸福（立志让客户幸福的发心故事）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5分</a:t>
            </a:r>
            <a:endParaRPr lang="en-US" sz="1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 eaLnBrk="1">
              <a:lnSpc>
                <a:spcPct val="130000"/>
              </a:lnSpc>
            </a:pP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en-US" sz="1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客户</a:t>
            </a: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幸福0—100分的标准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和行动方案（表格）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10分</a:t>
            </a:r>
            <a:endParaRPr lang="en-US" sz="1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 eaLnBrk="1">
              <a:lnSpc>
                <a:spcPct val="130000"/>
              </a:lnSpc>
            </a:pP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3、要有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客户</a:t>
            </a: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感动的故事。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5分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客户幸福发心故事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 5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分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接受：安心，放心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满意：物超所值（凡经我手必将更好）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50分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感动：不是什么而是什么，有形到无形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319560"/>
          <a:ext cx="10048240" cy="1144270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100分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尊敬：善意唤醒人们的善良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471805"/>
          </a:xfrm>
        </p:spPr>
        <p:txBody>
          <a:bodyPr/>
          <a:p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、客户感动故事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23844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五、如何实现愿景目标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 25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、愿景桃花源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、愿景桃花源</a:t>
            </a:r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95960"/>
            <a:ext cx="7886700" cy="572135"/>
          </a:xfrm>
        </p:spPr>
        <p:txBody>
          <a:bodyPr>
            <a:normAutofit/>
          </a:bodyPr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1447387"/>
          <a:ext cx="9604375" cy="2879725"/>
        </p:xfrm>
        <a:graphic>
          <a:graphicData uri="http://schemas.openxmlformats.org/drawingml/2006/table">
            <a:tbl>
              <a:tblPr/>
              <a:tblGrid>
                <a:gridCol w="1450340"/>
                <a:gridCol w="1957705"/>
                <a:gridCol w="2948940"/>
                <a:gridCol w="1059180"/>
                <a:gridCol w="813435"/>
              </a:tblGrid>
              <a:tr h="5549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愿景</a:t>
                      </a:r>
                      <a:r>
                        <a:rPr lang="en-US" alt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 1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分</a:t>
                      </a:r>
                      <a:endParaRPr lang="zh-CN" altLang="en-US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聚焦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中期愿景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的关键策略（成为哪方面第一名最重要的做哪几件事；以下分类仅供参考）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聚焦关键策略，有哪些关键行动措施  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预计实施时间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今年要做的打勾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宋体-简" panose="02010800040101010101" charset="-122"/>
                        </a:rPr>
                        <a:t>☑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93675">
                <a:tc rowSpan="12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要做一家什么样的公司（终极）：</a:t>
                      </a:r>
                      <a:endParaRPr lang="zh-CN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什么时候成为哪方面第一名（中期）：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基于使命的模式上的创新类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☑️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客户服务标准的提升类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43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员工成长类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其他重要策略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1447387"/>
          <a:ext cx="9604375" cy="2879725"/>
        </p:xfrm>
        <a:graphic>
          <a:graphicData uri="http://schemas.openxmlformats.org/drawingml/2006/table">
            <a:tbl>
              <a:tblPr/>
              <a:tblGrid>
                <a:gridCol w="1450340"/>
                <a:gridCol w="1957705"/>
                <a:gridCol w="2948940"/>
                <a:gridCol w="1059180"/>
                <a:gridCol w="813435"/>
              </a:tblGrid>
              <a:tr h="5549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2025年愿景目标（经营目标）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达成经营目标的关键策略（尽量目标分解，标注增长点；举例内容写时请删掉）</a:t>
                      </a:r>
                      <a:r>
                        <a:rPr lang="en-US" sz="900">
                          <a:solidFill>
                            <a:srgbClr val="FF00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FF00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落地关键策略的具体行动措施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预计实施时间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责任部门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93675">
                <a:tc rowSpan="12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业绩目标：</a:t>
                      </a:r>
                      <a:endParaRPr lang="zh-CN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利润目标：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举例：常规某业务通过提升服务标准提升业绩10%，达到2000万，利润率提升到12%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43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4、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5605" y="770890"/>
            <a:ext cx="4572000" cy="459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843915"/>
            <a:ext cx="7886700" cy="582930"/>
          </a:xfrm>
        </p:spPr>
        <p:txBody>
          <a:bodyPr/>
          <a:p>
            <a:r>
              <a:rPr lang="en-US" altLang="zh-CN" sz="2400">
                <a:ea typeface="宋体" charset="0"/>
              </a:rPr>
              <a:t>4</a:t>
            </a:r>
            <a:r>
              <a:rPr lang="zh-CN" altLang="en-US" sz="2400">
                <a:ea typeface="宋体" charset="0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客户幸福目标及落地方案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1845850"/>
          <a:ext cx="10313035" cy="1968500"/>
        </p:xfrm>
        <a:graphic>
          <a:graphicData uri="http://schemas.openxmlformats.org/drawingml/2006/table">
            <a:tbl>
              <a:tblPr/>
              <a:tblGrid>
                <a:gridCol w="1350645"/>
                <a:gridCol w="1823085"/>
                <a:gridCol w="2746375"/>
                <a:gridCol w="986790"/>
                <a:gridCol w="757555"/>
                <a:gridCol w="565150"/>
              </a:tblGrid>
              <a:tr h="3448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本年客户幸福3件核心的事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客户幸福目标（细分目标，量化，可检查；举例内容写时请删掉）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具体行动方案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责任部门/人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举例：提升客户满意度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举例：大众点评网评分从3.8提升到4.6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67715"/>
            <a:ext cx="7886700" cy="50038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、员工幸福目标及落地方案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1742980"/>
          <a:ext cx="10313035" cy="2159000"/>
        </p:xfrm>
        <a:graphic>
          <a:graphicData uri="http://schemas.openxmlformats.org/drawingml/2006/table">
            <a:tbl>
              <a:tblPr/>
              <a:tblGrid>
                <a:gridCol w="1350645"/>
                <a:gridCol w="1823085"/>
                <a:gridCol w="2746375"/>
                <a:gridCol w="986790"/>
                <a:gridCol w="757555"/>
                <a:gridCol w="565150"/>
              </a:tblGrid>
              <a:tr h="3549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本年度员工幸福目标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员工幸福细分目标（量化，可检查）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具体行动方案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责任部门/人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80340">
                <a:tc rowSpan="10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1、员工幸福表测评值增长目标：</a:t>
                      </a:r>
                      <a:endParaRPr lang="zh-CN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2、培养使命教练/宣讲师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4、培养多少使命教练/宣讲师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379219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850" y="1338580"/>
            <a:ext cx="8125460" cy="995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1、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成长收获：经营者成长分享，要有对应的案例或故事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3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分。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总结</a:t>
            </a:r>
            <a:endParaRPr lang="zh-CN" altLang="en-US" sz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200" kern="100" dirty="0" smtClean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故事</a:t>
            </a:r>
            <a:endParaRPr lang="zh-CN" altLang="en-US" sz="1200" kern="100" dirty="0" smtClean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995" y="773430"/>
            <a:ext cx="8125460" cy="5651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六、参加</a:t>
            </a:r>
            <a:r>
              <a:rPr lang="en-US" altLang="zh-CN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49</a:t>
            </a: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天训练营的成长收获和规划。</a:t>
            </a:r>
            <a:r>
              <a:rPr lang="en-US" altLang="zh-CN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10</a:t>
            </a: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kern="100" dirty="0">
              <a:solidFill>
                <a:srgbClr val="FF0000"/>
              </a:solidFill>
              <a:effectLst/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605" y="987425"/>
            <a:ext cx="8505190" cy="1770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2、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陪读人员成长收获：成长分享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120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字以上，最好有对应的案例或故事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5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姓名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部门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职位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（总结）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（故事）……</a:t>
            </a: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605" y="915432"/>
            <a:ext cx="7886700" cy="3264075"/>
          </a:xfrm>
        </p:spPr>
        <p:txBody>
          <a:bodyPr/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姓名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部门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职位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（总结）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……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（故事）……</a:t>
            </a:r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605" y="915432"/>
            <a:ext cx="7886700" cy="3264075"/>
          </a:xfrm>
        </p:spPr>
        <p:txBody>
          <a:bodyPr/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姓名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部门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职位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（总结）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……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（故事）……</a:t>
            </a:r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图示 2"/>
          <p:cNvGraphicFramePr/>
          <p:nvPr/>
        </p:nvGraphicFramePr>
        <p:xfrm>
          <a:off x="1041559" y="1059339"/>
          <a:ext cx="7736205" cy="4448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4330" y="772160"/>
            <a:ext cx="27432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3-1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管理层组织架构图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分</a:t>
            </a: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097530" y="1188879"/>
            <a:ext cx="3274219" cy="1206341"/>
          </a:xfrm>
          <a:prstGeom prst="roundRect">
            <a:avLst/>
          </a:prstGeom>
          <a:noFill/>
          <a:ln>
            <a:solidFill>
              <a:srgbClr val="FFC00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圆角矩形 8"/>
          <p:cNvSpPr/>
          <p:nvPr/>
        </p:nvSpPr>
        <p:spPr>
          <a:xfrm>
            <a:off x="1292066" y="2440940"/>
            <a:ext cx="7032784" cy="816769"/>
          </a:xfrm>
          <a:prstGeom prst="roundRect">
            <a:avLst/>
          </a:prstGeom>
          <a:noFill/>
          <a:ln>
            <a:solidFill>
              <a:srgbClr val="FF000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3097530" y="772160"/>
            <a:ext cx="4300855" cy="335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根据公司实际情况来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，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多余的格子可以去掉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9" grpId="0" bldLvl="0" animBg="1"/>
      <p:bldP spid="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83895" y="1924050"/>
          <a:ext cx="7589520" cy="2581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870"/>
                <a:gridCol w="4561205"/>
                <a:gridCol w="1655445"/>
              </a:tblGrid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批次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参加</a:t>
                      </a:r>
                      <a:r>
                        <a:rPr lang="en-US" altLang="zh-CN" sz="1400">
                          <a:latin typeface="微软雅黑" charset="0"/>
                          <a:ea typeface="微软雅黑" charset="0"/>
                        </a:rPr>
                        <a:t>49</a:t>
                      </a: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天名单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预计月份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第一批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第二批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第三批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……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11505" y="843915"/>
            <a:ext cx="44253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3-2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使命落地规划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（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部门走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49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天规划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）1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分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348105"/>
            <a:ext cx="8202295" cy="335915"/>
          </a:xfrm>
          <a:prstGeom prst="rect">
            <a:avLst/>
          </a:prstGeom>
          <a:noFill/>
          <a:ln w="12700" cap="flat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本题根据自己企业使命落地的实际需要来填写</a:t>
            </a:r>
            <a:endParaRPr kumimoji="0" lang="en-US" altLang="zh-CN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明确使命模板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38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|成功方程式|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1" y="-1524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ABLE_ENDDRAG_ORIGIN_RECT" val="597*203"/>
  <p:tag name="TABLE_ENDDRAG_RECT" val="53*151*597*203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rbfcov3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4849</Words>
  <Application>WPS 表格</Application>
  <PresentationFormat>全屏显示(16:9)</PresentationFormat>
  <Paragraphs>916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Helvetica Neue</vt:lpstr>
      <vt:lpstr>Calibri Light</vt:lpstr>
      <vt:lpstr>Arial</vt:lpstr>
      <vt:lpstr>Avenir Next Medium</vt:lpstr>
      <vt:lpstr>微软雅黑</vt:lpstr>
      <vt:lpstr>汉仪旗黑</vt:lpstr>
      <vt:lpstr>微软雅黑</vt:lpstr>
      <vt:lpstr>Wingdings</vt:lpstr>
      <vt:lpstr>宋体</vt:lpstr>
      <vt:lpstr>汉仪书宋二KW</vt:lpstr>
      <vt:lpstr>Arial Unicode MS</vt:lpstr>
      <vt:lpstr>宋体-简</vt:lpstr>
      <vt:lpstr>Apple Color Emoji</vt:lpstr>
      <vt:lpstr>Office 主题</vt:lpstr>
      <vt:lpstr>*期【**分塾】*组姓名 （公司级）</vt:lpstr>
      <vt:lpstr>PowerPoint 演示文稿</vt:lpstr>
      <vt:lpstr>PowerPoint 演示文稿</vt:lpstr>
      <vt:lpstr>PowerPoint 演示文稿</vt:lpstr>
      <vt:lpstr>1、人生志向（起点之问，终点之问） 4分</vt:lpstr>
      <vt:lpstr>2、灵魂三问，要成为哪方面第一名？ 5分</vt:lpstr>
      <vt:lpstr>3、使命、愿景 5分</vt:lpstr>
      <vt:lpstr>PowerPoint 演示文稿</vt:lpstr>
      <vt:lpstr>1、员工幸福发心故事  5分</vt:lpstr>
      <vt:lpstr>2、企业幸福观  5分</vt:lpstr>
      <vt:lpstr>3、员工幸福0—100分的标准和行动方案</vt:lpstr>
      <vt:lpstr>PowerPoint 演示文稿</vt:lpstr>
      <vt:lpstr>PowerPoint 演示文稿</vt:lpstr>
      <vt:lpstr>PowerPoint 演示文稿</vt:lpstr>
      <vt:lpstr>4、员工感动故事  5分</vt:lpstr>
      <vt:lpstr>PowerPoint 演示文稿</vt:lpstr>
      <vt:lpstr>1、客户幸福发心故事  5分</vt:lpstr>
      <vt:lpstr>3、客户幸福0—100分的标准和行动方案</vt:lpstr>
      <vt:lpstr>PowerPoint 演示文稿</vt:lpstr>
      <vt:lpstr>PowerPoint 演示文稿</vt:lpstr>
      <vt:lpstr>PowerPoint 演示文稿</vt:lpstr>
      <vt:lpstr>4、客户感动故事  5分</vt:lpstr>
      <vt:lpstr>PowerPoint 演示文稿</vt:lpstr>
      <vt:lpstr>1、愿景桃花源  5分</vt:lpstr>
      <vt:lpstr>2、愿景果目标及落地方案 5分</vt:lpstr>
      <vt:lpstr>PowerPoint 演示文稿</vt:lpstr>
      <vt:lpstr>3、客户幸福目标及落地方案 5分</vt:lpstr>
      <vt:lpstr>4、员工幸福目标及落地方案 5分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秋百合</cp:lastModifiedBy>
  <cp:revision>257</cp:revision>
  <dcterms:created xsi:type="dcterms:W3CDTF">2025-04-07T07:15:24Z</dcterms:created>
  <dcterms:modified xsi:type="dcterms:W3CDTF">2025-04-07T07:15:24Z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4FAC26593DFE3CAA0478F36722FEFB71_43</vt:lpwstr>
  </property>
</Properties>
</file>